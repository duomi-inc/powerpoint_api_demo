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076139837" r:id="rId2"/>
    <p:sldId id="207613984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2"/>
    <p:restoredTop sz="94799"/>
  </p:normalViewPr>
  <p:slideViewPr>
    <p:cSldViewPr snapToGrid="0">
      <p:cViewPr varScale="1">
        <p:scale>
          <a:sx n="114" d="100"/>
          <a:sy n="114" d="100"/>
        </p:scale>
        <p:origin x="168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0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8F38E-8723-034D-B727-7332F59529BA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661A7-A198-7645-B441-71E9D005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31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60116-D394-DAAC-B76A-C581C65A6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9453D-6AF4-4138-C535-CC92215B1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1AFD9-77B3-2E0F-DAA2-FBAE6AA5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1219E-BD24-4E10-9748-B856E652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83138-8EBD-5006-CB7A-7AE0F3E1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73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D22E0-F7EE-CA0F-4F77-163EE453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9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95CB3-6859-5349-6494-BFBA1C02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5B814-EB32-4896-93B0-00D05BA3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EE82-F05E-C4C6-F80F-23D82DCB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6E3E7CC-6EA1-6DC0-5E34-4B8E57B485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14438"/>
            <a:ext cx="3441700" cy="431800"/>
          </a:xfrm>
        </p:spPr>
        <p:txBody>
          <a:bodyPr>
            <a:noAutofit/>
          </a:bodyPr>
          <a:lstStyle>
            <a:lvl1pPr>
              <a:buNone/>
              <a:defRPr sz="200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31E5B01C-48BC-B62D-985A-23242404CAE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1841500"/>
            <a:ext cx="10515600" cy="420211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1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4CF7C-C307-92D0-4629-750B889E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DA3F4-3941-ECF2-DD52-2C5A0D20A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86C8-10AE-9B8C-DC8E-59AF4869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DCB01-C15E-37E4-A283-157CC760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6C5AD-05F9-D651-6763-82247F07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0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5D2C-5CB7-239C-011A-F19DBAEC1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FACD3-1993-139A-901F-6D848E7ABB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E8288-0994-EB9A-3054-1B92F5602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BF4C0-F891-E85B-2192-423F38A61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D4E5C-BC59-D443-6F00-3469D35D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01E61-395D-8604-F651-DF5B785E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0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0005-6D50-27F2-3AEE-6ADD0B19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FB208-F090-B83F-3CAD-8F89A850F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2ABE-1C85-33F2-DE13-D62F6CA20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8FFF8-CF30-A381-5824-5FADB7E2F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F3FA26-E572-6AC4-E155-4012BA9B7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4C210B-3431-39A3-6FF4-12914C87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5F8F8F-6FE8-C4D7-15C0-42A0710E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63ABA2-0D81-9BC0-D54B-139E767E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56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85818-CC85-EB88-8AA3-72C958BD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60E92C-E35F-98CB-8298-9093A615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42172-BDA3-E8F9-8907-ABF082FD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C3FE6-633B-5234-B88F-6A4D85CA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6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44F547-E7DC-57BC-CA9B-1F3508F51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0D1C0-3203-8118-5385-618083E4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E202C-C0FD-3FED-7476-8BE4070C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9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291A-2454-0210-79FB-E0ED231E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BAB0A-08EA-A86A-F4E8-52AAEDF8E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5BA3D-8457-98F5-1940-C71144670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54A41-9132-3322-1555-ABCBB4A2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D6586-21A3-9E47-38A0-6C1B3312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99A73-D1B1-8A08-D9FA-8914CCB0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2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C2C7-1020-E1FB-7027-FD5293A85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8718E-6D19-03AF-2110-775F5B731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22840-9B5B-A61F-A0C6-76E0160C6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42A48-66DF-3F06-4FFA-6ADFB8E6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42F7E-F0E6-CD96-1696-F2F926CA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F6BD-73EE-5F8D-626A-53D79FB0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2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E6DF-33BA-B9B8-183A-BAE34FAE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AAD39-D3F4-B0F5-1EE3-EC793B18B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1FEB-7993-28CA-4D66-A2F24258C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66B8B-9257-3E6D-5D56-5A5E718A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62454-9E3D-6B9F-7B9D-14413C8A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6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DA2077-0E23-8C8E-A3AE-DB591BFDC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39DE7-F8A6-66DE-DC98-858F727B9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44093-EEBA-821B-66BD-A783441E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B7600-FF03-474D-13F9-B29D0FF92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1972F-3609-C7FF-7D0A-188B7319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1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7D5AE9-A3A4-3BFF-197E-C1055BF8C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6C98-CE85-F33C-A44F-B61A6212F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B3034-86D9-1CCB-569C-861AFE640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1477AC-03D4-804E-B875-2060857925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B69A1-ECB6-F262-CBFA-EC297D626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2507D-6A09-3415-35C2-AD8582252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5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ED7F-2CB5-266D-5364-6B167EFB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7E8D-6964-61F0-CC8F-9C42E439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1A689-2402-6783-6C43-A83E715D13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013716"/>
            <a:ext cx="10515599" cy="41364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43A87C33-AEC3-E79F-5360-D7A706CD852F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008232334"/>
              </p:ext>
            </p:extLst>
          </p:nvPr>
        </p:nvGraphicFramePr>
        <p:xfrm>
          <a:off x="838197" y="15601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4121285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81662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779809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374122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89510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Table_placeholder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7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070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243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CAB7C-78FE-FCB1-C90E-4F9D23AB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7C1F-E51F-27C4-694D-B3B31E97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28958-28DF-A10A-A585-C121F311E8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013716"/>
            <a:ext cx="10515599" cy="41364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D3FB37A7-1D49-2AB5-01FF-4528B3DA7ECF}"/>
              </a:ext>
            </a:extLst>
          </p:cNvPr>
          <p:cNvGraphicFramePr>
            <a:graphicFrameLocks noGrp="1"/>
          </p:cNvGraphicFramePr>
          <p:nvPr>
            <p:ph type="tbl" sz="quarter" idx="14"/>
          </p:nvPr>
        </p:nvGraphicFramePr>
        <p:xfrm>
          <a:off x="838197" y="15601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4121285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81662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779809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374122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89510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Table_placeholder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7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0705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C2E955A-4FB7-C26E-062C-7E82B5624B2E}"/>
              </a:ext>
            </a:extLst>
          </p:cNvPr>
          <p:cNvSpPr txBox="1"/>
          <p:nvPr/>
        </p:nvSpPr>
        <p:spPr>
          <a:xfrm>
            <a:off x="838200" y="5500255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Bullet_placeholder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3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12719</TotalTime>
  <Words>9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Wendy Huang</dc:creator>
  <cp:lastModifiedBy>Wendy Huang</cp:lastModifiedBy>
  <cp:revision>20</cp:revision>
  <dcterms:created xsi:type="dcterms:W3CDTF">2025-11-13T18:26:09Z</dcterms:created>
  <dcterms:modified xsi:type="dcterms:W3CDTF">2025-12-09T07:14:51Z</dcterms:modified>
</cp:coreProperties>
</file>