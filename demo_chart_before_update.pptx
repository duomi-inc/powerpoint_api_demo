
<file path=[Content_Types].xml><?xml version="1.0" encoding="utf-8"?>
<Types xmlns="http://schemas.openxmlformats.org/package/2006/content-types">
  <Default Extension="xml" ContentType="application/xml"/>
  <Default Extension="jpeg" ContentType="image/jpeg"/>
  <Default Extension="rels" ContentType="application/vnd.openxmlformats-package.relationships+xml"/>
  <Default Extension="vml" ContentType="application/vnd.openxmlformats-officedocument.vmlDrawing"/>
  <Default Extension="xlsx" ContentType="application/vnd.openxmlformats-officedocument.spreadsheetml.sheet"/>
  <Default Extension="bin" ContentType="application/vnd.openxmlformats-officedocument.oleObject"/>
  <Default Extension="emf" ContentType="image/x-emf"/>
  <Default Extension="png" ContentType="image/png"/>
  <Default Extension="svg" ContentType="image/svg"/>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olors1.xml" ContentType="application/vnd.ms-office.chartcolorstyle+xml"/>
  <Override PartName="/ppt/charts/colors2.xml" ContentType="application/vnd.ms-office.chartcolorstyle+xml"/>
  <Override PartName="/ppt/charts/style1.xml" ContentType="application/vnd.ms-office.chartstyle+xml"/>
  <Override PartName="/ppt/charts/style2.xml" ContentType="application/vnd.ms-office.chartstyle+xml"/>
  <Override PartName="/ppt/presentation.xml" ContentType="application/vnd.openxmlformats-officedocument.presentationml.presentation.main+xml"/>
  <Override PartName="/ppt/presProps.xml" ContentType="application/vnd.openxmlformats-officedocument.presentationml.presProp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&#65279;<?xml version="1.0" encoding="utf-8" standalone="yes"?><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officeDocument/2006/relationships/extended-properties" Target="docProps/app.xml" /><Relationship Id="rId4" Type="http://schemas.openxmlformats.org/package/2006/relationships/metadata/thumbnail" Target="docProps/thumbnail.jpeg" /></Relationships>
</file>

<file path=ppt/presentation.xml><?xml version="1.0" encoding="utf-8"?>
<!--Generated by Aspose.Slides for .NET 26.1-->
<p:presentation xmlns:r="http://schemas.openxmlformats.org/officeDocument/2006/relationships" xmlns:a="http://schemas.openxmlformats.org/drawingml/2006/main" xmlns:p="http://schemas.openxmlformats.org/presentationml/2006/main" saveSubsetFonts="1">
  <p:sldMasterIdLst>
    <p:sldMasterId id="2147483648" r:id="rId1"/>
    <p:sldMasterId id="2147483684" r:id="rId2"/>
  </p:sldMasterIdLst>
  <p:sldIdLst>
    <p:sldId id="259" r:id="rId3"/>
    <p:sldId id="265" r:id="rId4"/>
    <p:sldId id="266" r:id="rId5"/>
    <p:sldId id="267" r:id="rId6"/>
    <p:sldId id="268" r:id="rId7"/>
    <p:sldId id="270" r:id="rId8"/>
    <p:sldId id="272" r:id="rId9"/>
  </p:sldIdLst>
  <p:sldSz cx="13716000" cy="10287000"/>
  <p:notesSz cx="6858000" cy="9144000"/>
  <p:custDataLst>
    <p:tags r:id="rId10"/>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r="http://schemas.openxmlformats.org/officeDocument/2006/relationships" xmlns:a="http://schemas.openxmlformats.org/drawingml/2006/main" xmlns:p="http://schemas.openxmlformats.org/presentationml/2006/main">
  <p:showPr showNarration="1">
    <p:present/>
    <p:extLs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 uri="{1BD7E111-0CB8-44D6-8891-C1BB2F81B7CC}">
      <p1710:readonlyRecommended xmlns:p1710="http://schemas.microsoft.com/office/powerpoint/2017/10/main" val="0"/>
    </p:ext>
  </p:extLst>
</p:presentationPr>
</file>

<file path=ppt/tableStyles.xml><?xml version="1.0" encoding="utf-8"?>
<a:tblStyleLst xmlns:r="http://schemas.openxmlformats.org/officeDocument/2006/relationships"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fill>
          <a:solidFill>
            <a:schemeClr val="accent1">
              <a:tint val="40000"/>
            </a:schemeClr>
          </a:solidFill>
        </a:fill>
      </a:tcStyle>
    </a:band1H>
    <a:band1V>
      <a:tcStyle>
        <a:fill>
          <a:solidFill>
            <a:schemeClr val="accent1">
              <a:tint val="40000"/>
            </a:schemeClr>
          </a:solidFill>
        </a:fill>
      </a:tcStyle>
    </a:band1V>
    <a:lastCol>
      <a:tcTxStyle b="on">
        <a:fontRef idx="minor">
          <a:prstClr val="black"/>
        </a:fontRef>
        <a:schemeClr val="lt1"/>
      </a:tcTxStyle>
      <a:tcStyle>
        <a:fill>
          <a:solidFill>
            <a:schemeClr val="accent1"/>
          </a:solidFill>
        </a:fill>
      </a:tcStyle>
    </a:lastCol>
    <a:firstCol>
      <a:tcTxStyle b="on">
        <a:fontRef idx="minor">
          <a:prstClr val="black"/>
        </a:fontRef>
        <a:schemeClr val="lt1"/>
      </a:tcTxStyle>
      <a:tcStyle>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6000"/>
    <p:restoredTop sz="0"/>
  </p:normalViewPr>
  <p:slideViewPr>
    <p:cSldViewPr>
      <p:cViewPr>
        <p:scale>
          <a:sx n="73" d="100"/>
          <a:sy n="73" d="100"/>
        </p:scale>
        <p:origin x="0" y="0"/>
      </p:cViewPr>
      <p:guideLst>
        <p:guide orient="horz" pos="2160"/>
        <p:guide pos="2880"/>
      </p:guideLst>
    </p:cSldViewPr>
  </p:slideViewPr>
  <p:notesViewPr>
    <p:cSldViewPr>
      <p:cViewPr>
        <p:scale>
          <a:sx n="1" d="100"/>
          <a:sy n="1" d="100"/>
        </p:scale>
        <p:origin x="0" y="0"/>
      </p:cViewPr>
      <p:guideLst/>
    </p:cSldViewPr>
  </p:notesViewPr>
  <p:gridSpacing cx="76200" cy="76200"/>
</p:viewPr>
</file>

<file path=ppt/_rels/presentation.xml.rels>&#65279;<?xml version="1.0" encoding="utf-8" standalone="yes"?><Relationships xmlns="http://schemas.openxmlformats.org/package/2006/relationships"><Relationship Id="rId1" Type="http://schemas.openxmlformats.org/officeDocument/2006/relationships/slideMaster" Target="slideMasters/slideMaster1.xml" /><Relationship Id="rId10" Type="http://schemas.openxmlformats.org/officeDocument/2006/relationships/tags" Target="tags/tag21.xml" /><Relationship Id="rId11" Type="http://schemas.openxmlformats.org/officeDocument/2006/relationships/presProps" Target="presProps.xml" /><Relationship Id="rId12" Type="http://schemas.openxmlformats.org/officeDocument/2006/relationships/viewProps" Target="viewProps.xml" /><Relationship Id="rId13" Type="http://schemas.openxmlformats.org/officeDocument/2006/relationships/theme" Target="theme/theme1.xml" /><Relationship Id="rId14" Type="http://schemas.openxmlformats.org/officeDocument/2006/relationships/tableStyles" Target="tableStyles.xml" /><Relationship Id="rId2" Type="http://schemas.openxmlformats.org/officeDocument/2006/relationships/slideMaster" Target="slideMasters/slideMaster2.xml" /><Relationship Id="rId3" Type="http://schemas.openxmlformats.org/officeDocument/2006/relationships/slide" Target="slides/slide1.xml" /><Relationship Id="rId4" Type="http://schemas.openxmlformats.org/officeDocument/2006/relationships/slide" Target="slides/slide2.xml" /><Relationship Id="rId5" Type="http://schemas.openxmlformats.org/officeDocument/2006/relationships/slide" Target="slides/slide3.xml" /><Relationship Id="rId6" Type="http://schemas.openxmlformats.org/officeDocument/2006/relationships/slide" Target="slides/slide4.xml" /><Relationship Id="rId7" Type="http://schemas.openxmlformats.org/officeDocument/2006/relationships/slide" Target="slides/slide5.xml" /><Relationship Id="rId8" Type="http://schemas.openxmlformats.org/officeDocument/2006/relationships/slide" Target="slides/slide6.xml" /><Relationship Id="rId9" Type="http://schemas.openxmlformats.org/officeDocument/2006/relationships/slide" Target="slides/slide7.xml" /></Relationships>
</file>

<file path=ppt/charts/_rels/chart1.xml.rels>&#65279;<?xml version="1.0" encoding="utf-8" standalone="yes"?><Relationships xmlns="http://schemas.openxmlformats.org/package/2006/relationships"><Relationship Id="rId1" Type="http://schemas.openxmlformats.org/officeDocument/2006/relationships/package" Target="../embeddings/Microsoft_Excel_Worksheet19.xlsx" /><Relationship Id="rId2" Type="http://schemas.microsoft.com/office/2011/relationships/chartColorStyle" Target="colors1.xml" /><Relationship Id="rId3" Type="http://schemas.microsoft.com/office/2011/relationships/chartStyle" Target="style1.xml" /></Relationships>
</file>

<file path=ppt/charts/_rels/chart2.xml.rels>&#65279;<?xml version="1.0" encoding="utf-8" standalone="yes"?><Relationships xmlns="http://schemas.openxmlformats.org/package/2006/relationships"><Relationship Id="rId1" Type="http://schemas.openxmlformats.org/officeDocument/2006/relationships/package" Target="../embeddings/Microsoft_Excel_Worksheet20.xlsx" /><Relationship Id="rId2" Type="http://schemas.microsoft.com/office/2011/relationships/chartColorStyle" Target="colors2.xml" /><Relationship Id="rId3" Type="http://schemas.microsoft.com/office/2011/relationships/chartStyle" Target="style2.xml" /></Relationships>
</file>

<file path=ppt/charts/chart1.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09949328005313873"/>
          <c:y val="0.14837145805358887"/>
          <c:w val="0.8823291659355164"/>
          <c:h val="0.6489837765693665"/>
        </c:manualLayout>
      </c:layout>
      <c:barChart>
        <c:barDir val="col"/>
        <c:grouping val="percentStacked"/>
        <c:varyColors val="0"/>
        <c:ser>
          <c:idx val="0"/>
          <c:order val="0"/>
          <c:tx>
            <c:strRef>
              <c:f>Sheet1!$B$1</c:f>
              <c:strCache>
                <c:ptCount val="1"/>
                <c:pt idx="0">
                  <c:v>Current Customer</c:v>
                </c:pt>
              </c:strCache>
            </c:strRef>
          </c:tx>
          <c:spPr>
            <a:solidFill>
              <a:srgbClr val="FDDCE0"/>
            </a:solidFill>
          </c:spPr>
          <c:invertIfNegative val="1"/>
          <c:cat>
            <c:strRef>
              <c:f>Sheet1!$A$2:$A$4</c:f>
              <c:strCache>
                <c:ptCount val="3"/>
                <c:pt idx="0">
                  <c:v>Overall</c:v>
                </c:pt>
                <c:pt idx="1">
                  <c:v>Renewal Since Q2 2024</c:v>
                </c:pt>
                <c:pt idx="2">
                  <c:v>Renewal Before Q2 2024</c:v>
                </c:pt>
              </c:strCache>
            </c:strRef>
          </c:cat>
          <c:val>
            <c:numRef>
              <c:f>Sheet1!$B$2:$B$4</c:f>
              <c:numCache>
                <c:ptCount val="3"/>
                <c:pt idx="0">
                  <c:v>3</c:v>
                </c:pt>
                <c:pt idx="1">
                  <c:v>2</c:v>
                </c:pt>
                <c:pt idx="2">
                  <c:v>1</c:v>
                </c:pt>
              </c:numCache>
            </c:numRef>
          </c:val>
        </c:ser>
        <c:ser>
          <c:idx val="1"/>
          <c:order val="1"/>
          <c:tx>
            <c:strRef>
              <c:f>Sheet1!$C$1</c:f>
              <c:strCache>
                <c:ptCount val="1"/>
                <c:pt idx="0">
                  <c:v>Evaluating</c:v>
                </c:pt>
              </c:strCache>
            </c:strRef>
          </c:tx>
          <c:spPr>
            <a:solidFill>
              <a:srgbClr val="7DC892"/>
            </a:solidFill>
          </c:spPr>
          <c:invertIfNegative val="1"/>
          <c:cat>
            <c:strRef>
              <c:f>Sheet1!$A$2:$A$4</c:f>
              <c:strCache>
                <c:ptCount val="3"/>
                <c:pt idx="0">
                  <c:v>Overall</c:v>
                </c:pt>
                <c:pt idx="1">
                  <c:v>Renewal Since Q2 2024</c:v>
                </c:pt>
                <c:pt idx="2">
                  <c:v>Renewal Before Q2 2024</c:v>
                </c:pt>
              </c:strCache>
            </c:strRef>
          </c:cat>
          <c:val>
            <c:numRef>
              <c:f>Sheet1!$C$2:$C$4</c:f>
              <c:numCache>
                <c:ptCount val="3"/>
                <c:pt idx="0">
                  <c:v>4</c:v>
                </c:pt>
                <c:pt idx="1">
                  <c:v>2</c:v>
                </c:pt>
                <c:pt idx="2">
                  <c:v>2</c:v>
                </c:pt>
              </c:numCache>
            </c:numRef>
          </c:val>
        </c:ser>
        <c:ser>
          <c:idx val="2"/>
          <c:order val="2"/>
          <c:tx>
            <c:strRef>
              <c:f>Sheet1!$D$1</c:f>
              <c:strCache>
                <c:ptCount val="1"/>
                <c:pt idx="0">
                  <c:v>Seen Demo / Sales Pitch</c:v>
                </c:pt>
              </c:strCache>
            </c:strRef>
          </c:tx>
          <c:spPr>
            <a:solidFill>
              <a:srgbClr val="1A6F75"/>
            </a:solidFill>
          </c:spPr>
          <c:invertIfNegative val="1"/>
          <c:cat>
            <c:strRef>
              <c:f>Sheet1!$A$2:$A$4</c:f>
              <c:strCache>
                <c:ptCount val="3"/>
                <c:pt idx="0">
                  <c:v>Overall</c:v>
                </c:pt>
                <c:pt idx="1">
                  <c:v>Renewal Since Q2 2024</c:v>
                </c:pt>
                <c:pt idx="2">
                  <c:v>Renewal Before Q2 2024</c:v>
                </c:pt>
              </c:strCache>
            </c:strRef>
          </c:cat>
          <c:val>
            <c:numRef>
              <c:f>Sheet1!$D$2:$D$4</c:f>
              <c:numCache>
                <c:ptCount val="3"/>
                <c:pt idx="0">
                  <c:v>10</c:v>
                </c:pt>
                <c:pt idx="1">
                  <c:v>6</c:v>
                </c:pt>
                <c:pt idx="2">
                  <c:v>4</c:v>
                </c:pt>
              </c:numCache>
            </c:numRef>
          </c:val>
        </c:ser>
        <c:ser>
          <c:idx val="3"/>
          <c:order val="3"/>
          <c:tx>
            <c:strRef>
              <c:f>Sheet1!$E$1</c:f>
              <c:strCache>
                <c:ptCount val="1"/>
                <c:pt idx="0">
                  <c:v>Not Considering</c:v>
                </c:pt>
              </c:strCache>
            </c:strRef>
          </c:tx>
          <c:invertIfNegative val="1"/>
          <c:cat>
            <c:strRef>
              <c:f>Sheet1!$A$2:$A$4</c:f>
              <c:strCache>
                <c:ptCount val="3"/>
                <c:pt idx="0">
                  <c:v>Overall</c:v>
                </c:pt>
                <c:pt idx="1">
                  <c:v>Renewal Since Q2 2024</c:v>
                </c:pt>
                <c:pt idx="2">
                  <c:v>Renewal Before Q2 2024</c:v>
                </c:pt>
              </c:strCache>
            </c:strRef>
          </c:cat>
          <c:val>
            <c:numRef>
              <c:f>Sheet1!$E$2:$E$4</c:f>
              <c:numCache>
                <c:ptCount val="3"/>
                <c:pt idx="0">
                  <c:v>12</c:v>
                </c:pt>
                <c:pt idx="1">
                  <c:v>4</c:v>
                </c:pt>
                <c:pt idx="2">
                  <c:v>8</c:v>
                </c:pt>
              </c:numCache>
            </c:numRef>
          </c:val>
        </c:ser>
        <c:dLbls>
          <c:showLegendKey val="0"/>
          <c:showVal val="0"/>
          <c:showCatName val="0"/>
          <c:showSerName val="0"/>
          <c:showPercent val="0"/>
          <c:showBubbleSize val="0"/>
          <c:showLeaderLines val="0"/>
        </c:dLbls>
        <c:gapWidth val="40"/>
        <c:overlap val="100"/>
        <c:axId val="128950352"/>
        <c:axId val="128395376"/>
      </c:barChart>
      <c:catAx>
        <c:axId val="128950352"/>
        <c:scaling>
          <c:orientation val="minMax"/>
        </c:scaling>
        <c:delete val="0"/>
        <c:axPos val="b"/>
        <c:numFmt formatCode="General" sourceLinked="1"/>
        <c:majorTickMark val="none"/>
        <c:minorTickMark val="none"/>
        <c:spPr>
          <a:noFill/>
          <a:ln w="9525" cap="flat" cmpd="sng" algn="ctr">
            <a:solidFill>
              <a:schemeClr val="tx1"/>
            </a:solidFill>
            <a:round/>
          </a:ln>
          <a:effectLst/>
        </c:spPr>
        <c:txPr>
          <a:bodyPr rot="-60000000" spcFirstLastPara="1" vertOverflow="ellipsis" vert="horz" wrap="square" anchor="ctr" anchorCtr="1"/>
          <a:p>
            <a:pPr>
              <a:defRPr sz="1400" b="0" i="0" u="none" strike="noStrike" kern="1200" baseline="0" smtId="4294967295">
                <a:solidFill>
                  <a:schemeClr val="tx1"/>
                </a:solidFill>
                <a:latin typeface="+mn-lt"/>
                <a:ea typeface="+mn-ea"/>
                <a:cs typeface="+mn-cs"/>
              </a:defRPr>
            </a:pPr>
            <a:endParaRPr lang="en-US"/>
          </a:p>
        </c:txPr>
        <c:crossAx val="128395376"/>
        <c:crosses val="autoZero"/>
        <c:auto val="0"/>
        <c:lblAlgn val="ctr"/>
        <c:lblOffset/>
        <c:noMultiLvlLbl val="0"/>
      </c:catAx>
      <c:valAx>
        <c:axId val="128395376"/>
        <c:scaling>
          <c:orientation val="minMax"/>
        </c:scaling>
        <c:delete val="0"/>
        <c:axPos val="l"/>
        <c:numFmt formatCode="General" sourceLinked="1"/>
        <c:majorTickMark val="out"/>
        <c:minorTickMark val="none"/>
        <c:spPr>
          <a:noFill/>
          <a:ln>
            <a:solidFill>
              <a:schemeClr val="tx1"/>
            </a:solidFill>
          </a:ln>
          <a:effectLst/>
        </c:spPr>
        <c:txPr>
          <a:bodyPr rot="-60000000" spcFirstLastPara="1" vertOverflow="ellipsis" vert="horz" wrap="square" anchor="ctr" anchorCtr="1"/>
          <a:p>
            <a:pPr>
              <a:defRPr sz="1400" b="0" i="0" u="none" strike="noStrike" kern="1200" baseline="0" smtId="4294967295">
                <a:solidFill>
                  <a:schemeClr val="tx1"/>
                </a:solidFill>
                <a:latin typeface="+mn-lt"/>
                <a:ea typeface="+mn-ea"/>
                <a:cs typeface="+mn-cs"/>
              </a:defRPr>
            </a:pPr>
            <a:endParaRPr lang="en-US"/>
          </a:p>
        </c:txPr>
        <c:crossAx val="128950352"/>
        <c:crosses val="autoZero"/>
        <c:crossBetween val="between"/>
      </c:valAx>
      <c:spPr>
        <a:noFill/>
        <a:ln>
          <a:noFill/>
        </a:ln>
        <a:effectLst/>
      </c:spPr>
    </c:plotArea>
    <c:legend>
      <c:legendPos val="t"/>
      <c:layout>
        <c:manualLayout>
          <c:xMode val="edge"/>
          <c:yMode val="edge"/>
          <c:x val="0.09282336384057999"/>
          <c:y val="0.009999999776482582"/>
          <c:w val="0.8143532872200012"/>
          <c:h val="0.10000000149011612"/>
        </c:manualLayout>
      </c:layout>
      <c:overlay val="0"/>
      <c:spPr>
        <a:noFill/>
        <a:ln>
          <a:noFill/>
        </a:ln>
        <a:effectLst/>
      </c:spPr>
      <c:txPr>
        <a:bodyPr rot="0" spcFirstLastPara="1" vertOverflow="ellipsis" vert="horz" wrap="square" anchor="ctr" anchorCtr="1"/>
        <a:p>
          <a:pPr>
            <a:defRPr sz="1400" b="0" i="0" u="none" strike="noStrike" kern="1200" baseline="0" smtId="4294967295">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p>
      <a:pPr>
        <a:defRPr/>
      </a:pPr>
      <a:endParaRPr lang="en-US"/>
    </a:p>
  </c:txPr>
  <c:externalData r:id="rId1">
    <c:autoUpdate val="0"/>
  </c:externalData>
</c:chartSpace>
</file>

<file path=ppt/charts/chart2.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09949328005313873"/>
          <c:y val="0.20074935257434845"/>
          <c:w val="0.8823291659355164"/>
          <c:h val="0.7194229960441589"/>
        </c:manualLayout>
      </c:layout>
      <c:barChart>
        <c:barDir val="col"/>
        <c:grouping val="percentStacked"/>
        <c:varyColors val="0"/>
        <c:ser>
          <c:idx val="0"/>
          <c:order val="0"/>
          <c:tx>
            <c:strRef>
              <c:f>Sheet1!$B$1</c:f>
              <c:strCache>
                <c:ptCount val="1"/>
                <c:pt idx="0">
                  <c:v>Promoters (9-10)</c:v>
                </c:pt>
              </c:strCache>
            </c:strRef>
          </c:tx>
          <c:spPr>
            <a:solidFill>
              <a:srgbClr val="FDDCE0"/>
            </a:solidFill>
          </c:spPr>
          <c:invertIfNegative val="1"/>
          <c:cat>
            <c:strRef>
              <c:f>Sheet1!$A$2:$A$9</c:f>
              <c:strCache>
                <c:ptCount val="8"/>
                <c:pt idx="0">
                  <c:v>Acme Corp</c:v>
                </c:pt>
                <c:pt idx="1">
                  <c:v>TechFlow Inc</c:v>
                </c:pt>
                <c:pt idx="2">
                  <c:v>DataSync Ltd</c:v>
                </c:pt>
                <c:pt idx="3">
                  <c:v>CloudFirst</c:v>
                </c:pt>
                <c:pt idx="4">
                  <c:v>Innovate Labs</c:v>
                </c:pt>
                <c:pt idx="5">
                  <c:v>SecureNet</c:v>
                </c:pt>
                <c:pt idx="6">
                  <c:v>GrowthMetrics</c:v>
                </c:pt>
                <c:pt idx="7">
                  <c:v>Nexus Digital</c:v>
                </c:pt>
              </c:strCache>
            </c:strRef>
          </c:cat>
          <c:val>
            <c:numRef>
              <c:f>Sheet1!$B$2:$B$9</c:f>
              <c:numCache>
                <c:ptCount val="8"/>
                <c:pt idx="0">
                  <c:v>45</c:v>
                </c:pt>
                <c:pt idx="1">
                  <c:v>38</c:v>
                </c:pt>
                <c:pt idx="2">
                  <c:v>12</c:v>
                </c:pt>
                <c:pt idx="3">
                  <c:v>28</c:v>
                </c:pt>
                <c:pt idx="4">
                  <c:v>52</c:v>
                </c:pt>
                <c:pt idx="5">
                  <c:v>31</c:v>
                </c:pt>
                <c:pt idx="6">
                  <c:v>8</c:v>
                </c:pt>
                <c:pt idx="7">
                  <c:v>42</c:v>
                </c:pt>
              </c:numCache>
            </c:numRef>
          </c:val>
        </c:ser>
        <c:ser>
          <c:idx val="1"/>
          <c:order val="1"/>
          <c:tx>
            <c:strRef>
              <c:f>Sheet1!$C$1</c:f>
              <c:strCache>
                <c:ptCount val="1"/>
                <c:pt idx="0">
                  <c:v>Passives (7-8)</c:v>
                </c:pt>
              </c:strCache>
            </c:strRef>
          </c:tx>
          <c:spPr>
            <a:solidFill>
              <a:srgbClr val="7DC892"/>
            </a:solidFill>
          </c:spPr>
          <c:invertIfNegative val="1"/>
          <c:cat>
            <c:strRef>
              <c:f>Sheet1!$A$2:$A$9</c:f>
              <c:strCache>
                <c:ptCount val="8"/>
                <c:pt idx="0">
                  <c:v>Acme Corp</c:v>
                </c:pt>
                <c:pt idx="1">
                  <c:v>TechFlow Inc</c:v>
                </c:pt>
                <c:pt idx="2">
                  <c:v>DataSync Ltd</c:v>
                </c:pt>
                <c:pt idx="3">
                  <c:v>CloudFirst</c:v>
                </c:pt>
                <c:pt idx="4">
                  <c:v>Innovate Labs</c:v>
                </c:pt>
                <c:pt idx="5">
                  <c:v>SecureNet</c:v>
                </c:pt>
                <c:pt idx="6">
                  <c:v>GrowthMetrics</c:v>
                </c:pt>
                <c:pt idx="7">
                  <c:v>Nexus Digital</c:v>
                </c:pt>
              </c:strCache>
            </c:strRef>
          </c:cat>
          <c:val>
            <c:numRef>
              <c:f>Sheet1!$C$2:$C$9</c:f>
              <c:numCache>
                <c:ptCount val="8"/>
                <c:pt idx="0">
                  <c:v>32</c:v>
                </c:pt>
                <c:pt idx="1">
                  <c:v>35</c:v>
                </c:pt>
                <c:pt idx="2">
                  <c:v>25</c:v>
                </c:pt>
                <c:pt idx="3">
                  <c:v>38</c:v>
                </c:pt>
                <c:pt idx="4">
                  <c:v>28</c:v>
                </c:pt>
                <c:pt idx="5">
                  <c:v>42</c:v>
                </c:pt>
                <c:pt idx="6">
                  <c:v>22</c:v>
                </c:pt>
                <c:pt idx="7">
                  <c:v>33</c:v>
                </c:pt>
              </c:numCache>
            </c:numRef>
          </c:val>
        </c:ser>
        <c:ser>
          <c:idx val="2"/>
          <c:order val="2"/>
          <c:tx>
            <c:strRef>
              <c:f>Sheet1!$D$1</c:f>
              <c:strCache>
                <c:ptCount val="1"/>
                <c:pt idx="0">
                  <c:v>Detractors (0-6)</c:v>
                </c:pt>
              </c:strCache>
            </c:strRef>
          </c:tx>
          <c:spPr>
            <a:solidFill>
              <a:srgbClr val="1A6F75"/>
            </a:solidFill>
          </c:spPr>
          <c:invertIfNegative val="1"/>
          <c:cat>
            <c:strRef>
              <c:f>Sheet1!$A$2:$A$9</c:f>
              <c:strCache>
                <c:ptCount val="8"/>
                <c:pt idx="0">
                  <c:v>Acme Corp</c:v>
                </c:pt>
                <c:pt idx="1">
                  <c:v>TechFlow Inc</c:v>
                </c:pt>
                <c:pt idx="2">
                  <c:v>DataSync Ltd</c:v>
                </c:pt>
                <c:pt idx="3">
                  <c:v>CloudFirst</c:v>
                </c:pt>
                <c:pt idx="4">
                  <c:v>Innovate Labs</c:v>
                </c:pt>
                <c:pt idx="5">
                  <c:v>SecureNet</c:v>
                </c:pt>
                <c:pt idx="6">
                  <c:v>GrowthMetrics</c:v>
                </c:pt>
                <c:pt idx="7">
                  <c:v>Nexus Digital</c:v>
                </c:pt>
              </c:strCache>
            </c:strRef>
          </c:cat>
          <c:val>
            <c:numRef>
              <c:f>Sheet1!$D$2:$D$9</c:f>
              <c:numCache>
                <c:ptCount val="8"/>
                <c:pt idx="0">
                  <c:v>23</c:v>
                </c:pt>
                <c:pt idx="1">
                  <c:v>27</c:v>
                </c:pt>
                <c:pt idx="2">
                  <c:v>63</c:v>
                </c:pt>
                <c:pt idx="3">
                  <c:v>34</c:v>
                </c:pt>
                <c:pt idx="4">
                  <c:v>20</c:v>
                </c:pt>
                <c:pt idx="5">
                  <c:v>27</c:v>
                </c:pt>
                <c:pt idx="6">
                  <c:v>70</c:v>
                </c:pt>
                <c:pt idx="7">
                  <c:v>25</c:v>
                </c:pt>
              </c:numCache>
            </c:numRef>
          </c:val>
        </c:ser>
        <c:dLbls>
          <c:showLegendKey val="0"/>
          <c:showVal val="0"/>
          <c:showCatName val="0"/>
          <c:showSerName val="0"/>
          <c:showPercent val="0"/>
          <c:showBubbleSize val="0"/>
          <c:showLeaderLines val="0"/>
        </c:dLbls>
        <c:gapWidth val="100"/>
        <c:overlap val="100"/>
        <c:axId val="128950352"/>
        <c:axId val="128395376"/>
      </c:barChart>
      <c:catAx>
        <c:axId val="128950352"/>
        <c:scaling>
          <c:orientation val="minMax"/>
        </c:scaling>
        <c:delete val="0"/>
        <c:axPos val="b"/>
        <c:numFmt formatCode="General" sourceLinked="1"/>
        <c:majorTickMark val="none"/>
        <c:minorTickMark val="none"/>
        <c:spPr>
          <a:noFill/>
          <a:ln w="9525" cap="flat" cmpd="sng" algn="ctr">
            <a:solidFill>
              <a:schemeClr val="tx1"/>
            </a:solidFill>
            <a:round/>
          </a:ln>
          <a:effectLst/>
        </c:spPr>
        <c:txPr>
          <a:bodyPr rot="-60000000" spcFirstLastPara="1" vertOverflow="ellipsis" vert="horz" wrap="square" anchor="ctr" anchorCtr="1"/>
          <a:p>
            <a:pPr>
              <a:defRPr sz="1400" b="0" i="0" u="none" strike="noStrike" kern="1200" baseline="0" smtId="4294967295">
                <a:solidFill>
                  <a:schemeClr val="tx1"/>
                </a:solidFill>
                <a:latin typeface="+mn-lt"/>
                <a:ea typeface="+mn-ea"/>
                <a:cs typeface="+mn-cs"/>
              </a:defRPr>
            </a:pPr>
            <a:endParaRPr lang="en-US"/>
          </a:p>
        </c:txPr>
        <c:crossAx val="128395376"/>
        <c:crosses val="autoZero"/>
        <c:auto val="0"/>
        <c:lblAlgn val="ctr"/>
        <c:lblOffset/>
        <c:noMultiLvlLbl val="0"/>
      </c:catAx>
      <c:valAx>
        <c:axId val="128395376"/>
        <c:scaling>
          <c:orientation val="minMax"/>
        </c:scaling>
        <c:delete val="0"/>
        <c:axPos val="l"/>
        <c:numFmt formatCode="General" sourceLinked="1"/>
        <c:majorTickMark val="out"/>
        <c:minorTickMark val="none"/>
        <c:spPr>
          <a:noFill/>
          <a:ln>
            <a:solidFill>
              <a:schemeClr val="tx1"/>
            </a:solidFill>
          </a:ln>
          <a:effectLst/>
        </c:spPr>
        <c:txPr>
          <a:bodyPr rot="-60000000" spcFirstLastPara="1" vertOverflow="ellipsis" vert="horz" wrap="square" anchor="ctr" anchorCtr="1"/>
          <a:p>
            <a:pPr>
              <a:defRPr sz="1400" b="0" i="0" u="none" strike="noStrike" kern="1200" baseline="0" smtId="4294967295">
                <a:solidFill>
                  <a:schemeClr val="tx1"/>
                </a:solidFill>
                <a:latin typeface="+mn-lt"/>
                <a:ea typeface="+mn-ea"/>
                <a:cs typeface="+mn-cs"/>
              </a:defRPr>
            </a:pPr>
            <a:endParaRPr lang="en-US"/>
          </a:p>
        </c:txPr>
        <c:crossAx val="128950352"/>
        <c:crosses val="autoZero"/>
        <c:crossBetween val="between"/>
      </c:valAx>
      <c:spPr>
        <a:noFill/>
        <a:ln>
          <a:noFill/>
        </a:ln>
        <a:effectLst/>
      </c:spPr>
    </c:plotArea>
    <c:legend>
      <c:legendPos val="t"/>
      <c:layout>
        <c:manualLayout>
          <c:xMode val="edge"/>
          <c:yMode val="edge"/>
          <c:x val="0.10000000149011612"/>
          <c:y val="0.009999999776482582"/>
          <c:w val="0.800000011920929"/>
          <c:h val="0.10000000149011612"/>
        </c:manualLayout>
      </c:layout>
      <c:overlay val="0"/>
      <c:spPr>
        <a:noFill/>
        <a:ln>
          <a:noFill/>
        </a:ln>
        <a:effectLst/>
      </c:spPr>
      <c:txPr>
        <a:bodyPr rot="0" spcFirstLastPara="1" vertOverflow="ellipsis" vert="horz" wrap="square" anchor="ctr" anchorCtr="1"/>
        <a:p>
          <a:pPr>
            <a:defRPr sz="1400" b="0" i="0" u="none" strike="noStrike" kern="1200" baseline="0" smtId="4294967295">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p>
      <a:pPr>
        <a:defRPr/>
      </a:pPr>
      <a:endParaRPr lang="en-US"/>
    </a:p>
  </c:txPr>
  <c:externalData r:id="rId1">
    <c:autoUpdate val="0"/>
  </c:externalData>
</c:chartSpace>
</file>

<file path=ppt/charts/colors1.xml><?xml version="1.0" encoding="utf-8"?>
<cs:colorStyle xmlns:a="http://schemas.openxmlformats.org/drawingml/2006/main" xmlns:cs="http://schemas.microsoft.com/office/drawing/2012/chartStyle"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a="http://schemas.openxmlformats.org/drawingml/2006/main" xmlns:cs="http://schemas.microsoft.com/office/drawing/2012/chartStyle"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a="http://schemas.openxmlformats.org/drawingml/2006/main" xmlns:r="http://schemas.openxmlformats.org/officeDocument/2006/relationships" xmlns:cs="http://schemas.microsoft.com/office/drawing/2012/chartStyle"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a="http://schemas.openxmlformats.org/drawingml/2006/main" xmlns:r="http://schemas.openxmlformats.org/officeDocument/2006/relationships" xmlns:cs="http://schemas.microsoft.com/office/drawing/2012/chartStyle"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rawings/_rels/vmlDrawing1.vml.rels>&#65279;<?xml version="1.0" encoding="utf-8" standalone="yes"?><Relationships xmlns="http://schemas.openxmlformats.org/package/2006/relationships"><Relationship Id="rId1" Type="http://schemas.openxmlformats.org/officeDocument/2006/relationships/image" Target="../media/image1.emf" /></Relationships>
</file>

<file path=ppt/drawings/_rels/vmlDrawing2.vml.rels>&#65279;<?xml version="1.0" encoding="utf-8" standalone="yes"?><Relationships xmlns="http://schemas.openxmlformats.org/package/2006/relationships"><Relationship Id="rId1" Type="http://schemas.openxmlformats.org/officeDocument/2006/relationships/image" Target="../media/image1.emf" /></Relationships>
</file>

<file path=ppt/drawings/_rels/vmlDrawing3.vml.rels>&#65279;<?xml version="1.0" encoding="utf-8" standalone="yes"?><Relationships xmlns="http://schemas.openxmlformats.org/package/2006/relationships"><Relationship Id="rId1" Type="http://schemas.openxmlformats.org/officeDocument/2006/relationships/image" Target="../media/image1.emf" /></Relationships>
</file>

<file path=ppt/drawings/_rels/vmlDrawing4.vml.rels>&#65279;<?xml version="1.0" encoding="utf-8" standalone="yes"?><Relationships xmlns="http://schemas.openxmlformats.org/package/2006/relationships"><Relationship Id="rId1" Type="http://schemas.openxmlformats.org/officeDocument/2006/relationships/image" Target="../media/image1.emf" /></Relationships>
</file>

<file path=ppt/drawings/_rels/vmlDrawing5.vml.rels>&#65279;<?xml version="1.0" encoding="utf-8" standalone="yes"?><Relationships xmlns="http://schemas.openxmlformats.org/package/2006/relationships"><Relationship Id="rId1" Type="http://schemas.openxmlformats.org/officeDocument/2006/relationships/image" Target="../media/image1.emf" /></Relationships>
</file>

<file path=ppt/drawings/_rels/vmlDrawing6.vml.rels>&#65279;<?xml version="1.0" encoding="utf-8" standalone="yes"?><Relationships xmlns="http://schemas.openxmlformats.org/package/2006/relationships"><Relationship Id="rId1" Type="http://schemas.openxmlformats.org/officeDocument/2006/relationships/image" Target="../media/image1.emf" /></Relationships>
</file>

<file path=ppt/drawings/_rels/vmlDrawing7.vml.rels>&#65279;<?xml version="1.0" encoding="utf-8" standalone="yes"?><Relationships xmlns="http://schemas.openxmlformats.org/package/2006/relationships"><Relationship Id="rId1" Type="http://schemas.openxmlformats.org/officeDocument/2006/relationships/image" Target="../media/image1.emf" /></Relationships>
</file>

<file path=ppt/drawings/_rels/vmlDrawing8.vml.rels>&#65279;<?xml version="1.0" encoding="utf-8" standalone="yes"?><Relationships xmlns="http://schemas.openxmlformats.org/package/2006/relationships"><Relationship Id="rId1" Type="http://schemas.openxmlformats.org/officeDocument/2006/relationships/image" Target="../media/image1.emf" /></Relationships>
</file>

<file path=ppt/drawings/_rels/vmlDrawing9.vml.rels>&#65279;<?xml version="1.0" encoding="utf-8" standalone="yes"?><Relationships xmlns="http://schemas.openxmlformats.org/package/2006/relationships"><Relationship Id="rId1" Type="http://schemas.openxmlformats.org/officeDocument/2006/relationships/image" Target="../media/image1.emf" /></Relationships>
</file>

<file path=ppt/drawings/_rels/vmlDrawing10.vml.rels>&#65279;<?xml version="1.0" encoding="utf-8" standalone="yes"?><Relationships xmlns="http://schemas.openxmlformats.org/package/2006/relationships"><Relationship Id="rId1" Type="http://schemas.openxmlformats.org/officeDocument/2006/relationships/image" Target="../media/image1.emf" /></Relationships>
</file>

<file path=ppt/drawings/_rels/vmlDrawing11.vml.rels>&#65279;<?xml version="1.0" encoding="utf-8" standalone="yes"?><Relationships xmlns="http://schemas.openxmlformats.org/package/2006/relationships"><Relationship Id="rId1" Type="http://schemas.openxmlformats.org/officeDocument/2006/relationships/image" Target="../media/image1.emf" /></Relationships>
</file>

<file path=ppt/drawings/_rels/vmlDrawing12.vml.rels>&#65279;<?xml version="1.0" encoding="utf-8" standalone="yes"?><Relationships xmlns="http://schemas.openxmlformats.org/package/2006/relationships"><Relationship Id="rId1" Type="http://schemas.openxmlformats.org/officeDocument/2006/relationships/image" Target="../media/image1.emf" /></Relationships>
</file>

<file path=ppt/drawings/_rels/vmlDrawing13.vml.rels>&#65279;<?xml version="1.0" encoding="utf-8" standalone="yes"?><Relationships xmlns="http://schemas.openxmlformats.org/package/2006/relationships"><Relationship Id="rId1" Type="http://schemas.openxmlformats.org/officeDocument/2006/relationships/image" Target="../media/image1.emf" /></Relationships>
</file>

<file path=ppt/drawings/_rels/vmlDrawing14.vml.rels>&#65279;<?xml version="1.0" encoding="utf-8" standalone="yes"?><Relationships xmlns="http://schemas.openxmlformats.org/package/2006/relationships"><Relationship Id="rId1" Type="http://schemas.openxmlformats.org/officeDocument/2006/relationships/image" Target="../media/image214.emf" /></Relationships>
</file>

<file path=ppt/drawings/_rels/vmlDrawing15.vml.rels>&#65279;<?xml version="1.0" encoding="utf-8" standalone="yes"?><Relationships xmlns="http://schemas.openxmlformats.org/package/2006/relationships"><Relationship Id="rId1" Type="http://schemas.openxmlformats.org/officeDocument/2006/relationships/image" Target="../media/image214.emf" /></Relationships>
</file>

<file path=ppt/drawings/_rels/vmlDrawing16.vml.rels>&#65279;<?xml version="1.0" encoding="utf-8" standalone="yes"?><Relationships xmlns="http://schemas.openxmlformats.org/package/2006/relationships"><Relationship Id="rId1" Type="http://schemas.openxmlformats.org/officeDocument/2006/relationships/image" Target="../media/image214.emf" /></Relationships>
</file>

<file path=ppt/drawings/_rels/vmlDrawing17.vml.rels>&#65279;<?xml version="1.0" encoding="utf-8" standalone="yes"?><Relationships xmlns="http://schemas.openxmlformats.org/package/2006/relationships"><Relationship Id="rId1" Type="http://schemas.openxmlformats.org/officeDocument/2006/relationships/image" Target="../media/image214.emf" /></Relationships>
</file>

<file path=ppt/drawings/_rels/vmlDrawing18.vml.rels>&#65279;<?xml version="1.0" encoding="utf-8" standalone="yes"?><Relationships xmlns="http://schemas.openxmlformats.org/package/2006/relationships"><Relationship Id="rId1" Type="http://schemas.openxmlformats.org/officeDocument/2006/relationships/image" Target="../media/image214.emf" /></Relationships>
</file>

<file path=ppt/slideLayouts/_rels/slideLayout1.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2.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3.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4.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5.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6.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7.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8.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9.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10.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11.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12.xml.rels>&#65279;<?xml version="1.0" encoding="utf-8" standalone="yes"?><Relationships xmlns="http://schemas.openxmlformats.org/package/2006/relationships"><Relationship Id="rId1" Type="http://schemas.openxmlformats.org/officeDocument/2006/relationships/tags" Target="../tags/tag1.xml" /><Relationship Id="rId10" Type="http://schemas.openxmlformats.org/officeDocument/2006/relationships/vmlDrawing" Target="../drawings/vmlDrawing1.vml" /><Relationship Id="rId11" Type="http://schemas.openxmlformats.org/officeDocument/2006/relationships/slideMaster" Target="../slideMasters/slideMaster2.xml" /><Relationship Id="rId2" Type="http://schemas.openxmlformats.org/officeDocument/2006/relationships/oleObject" Target="../embeddings/oleObject2.bin" TargetMode="Internal" /><Relationship Id="rId3" Type="http://schemas.openxmlformats.org/officeDocument/2006/relationships/image" Target="../media/image1.emf" /><Relationship Id="rId4" Type="http://schemas.openxmlformats.org/officeDocument/2006/relationships/image" Target="../media/image2.png" /><Relationship Id="rId5" Type="http://schemas.openxmlformats.org/officeDocument/2006/relationships/image" Target="../media/image3.svg" /><Relationship Id="rId6" Type="http://schemas.openxmlformats.org/officeDocument/2006/relationships/image" Target="../media/image4.png" /><Relationship Id="rId7" Type="http://schemas.openxmlformats.org/officeDocument/2006/relationships/image" Target="../media/image5.svg" /><Relationship Id="rId8" Type="http://schemas.openxmlformats.org/officeDocument/2006/relationships/image" Target="../media/image6.png" /><Relationship Id="rId9" Type="http://schemas.openxmlformats.org/officeDocument/2006/relationships/image" Target="../media/image7.svg" /></Relationships>
</file>

<file path=ppt/slideLayouts/_rels/slideLayout13.xml.rels>&#65279;<?xml version="1.0" encoding="utf-8" standalone="yes"?><Relationships xmlns="http://schemas.openxmlformats.org/package/2006/relationships"><Relationship Id="rId1" Type="http://schemas.openxmlformats.org/officeDocument/2006/relationships/tags" Target="../tags/tag2.xml" /><Relationship Id="rId10" Type="http://schemas.openxmlformats.org/officeDocument/2006/relationships/image" Target="../media/image13.svg" /><Relationship Id="rId11" Type="http://schemas.openxmlformats.org/officeDocument/2006/relationships/image" Target="../media/image14.png" /><Relationship Id="rId12" Type="http://schemas.openxmlformats.org/officeDocument/2006/relationships/image" Target="../media/image15.svg" /><Relationship Id="rId13" Type="http://schemas.openxmlformats.org/officeDocument/2006/relationships/vmlDrawing" Target="../drawings/vmlDrawing2.vml" /><Relationship Id="rId14" Type="http://schemas.openxmlformats.org/officeDocument/2006/relationships/slideMaster" Target="../slideMasters/slideMaster2.xml" /><Relationship Id="rId2" Type="http://schemas.openxmlformats.org/officeDocument/2006/relationships/tags" Target="../tags/tag3.xml" /><Relationship Id="rId3" Type="http://schemas.openxmlformats.org/officeDocument/2006/relationships/oleObject" Target="../embeddings/oleObject3.bin" TargetMode="Internal" /><Relationship Id="rId4" Type="http://schemas.openxmlformats.org/officeDocument/2006/relationships/image" Target="../media/image1.emf" /><Relationship Id="rId5" Type="http://schemas.openxmlformats.org/officeDocument/2006/relationships/image" Target="../media/image8.png" /><Relationship Id="rId6" Type="http://schemas.openxmlformats.org/officeDocument/2006/relationships/image" Target="../media/image9.png" /><Relationship Id="rId7" Type="http://schemas.openxmlformats.org/officeDocument/2006/relationships/image" Target="../media/image10.png" /><Relationship Id="rId8" Type="http://schemas.openxmlformats.org/officeDocument/2006/relationships/image" Target="../media/image11.png" /><Relationship Id="rId9" Type="http://schemas.openxmlformats.org/officeDocument/2006/relationships/image" Target="../media/image12.png" /></Relationships>
</file>

<file path=ppt/slideLayouts/_rels/slideLayout14.xml.rels>&#65279;<?xml version="1.0" encoding="utf-8" standalone="yes"?><Relationships xmlns="http://schemas.openxmlformats.org/package/2006/relationships"><Relationship Id="rId1" Type="http://schemas.openxmlformats.org/officeDocument/2006/relationships/tags" Target="../tags/tag4.xml" /><Relationship Id="rId10" Type="http://schemas.openxmlformats.org/officeDocument/2006/relationships/image" Target="../media/image21.png" /><Relationship Id="rId11" Type="http://schemas.openxmlformats.org/officeDocument/2006/relationships/image" Target="../media/image22.svg" /><Relationship Id="rId12" Type="http://schemas.openxmlformats.org/officeDocument/2006/relationships/image" Target="../media/image23.png" /><Relationship Id="rId13" Type="http://schemas.openxmlformats.org/officeDocument/2006/relationships/image" Target="../media/image24.svg" /><Relationship Id="rId14" Type="http://schemas.openxmlformats.org/officeDocument/2006/relationships/image" Target="../media/image25.png" /><Relationship Id="rId15" Type="http://schemas.openxmlformats.org/officeDocument/2006/relationships/image" Target="../media/image26.svg" /><Relationship Id="rId16" Type="http://schemas.openxmlformats.org/officeDocument/2006/relationships/image" Target="../media/image27.png" /><Relationship Id="rId17" Type="http://schemas.openxmlformats.org/officeDocument/2006/relationships/image" Target="../media/image28.svg" /><Relationship Id="rId18" Type="http://schemas.openxmlformats.org/officeDocument/2006/relationships/image" Target="../media/image14.png" /><Relationship Id="rId19" Type="http://schemas.openxmlformats.org/officeDocument/2006/relationships/image" Target="../media/image15.svg" /><Relationship Id="rId2" Type="http://schemas.openxmlformats.org/officeDocument/2006/relationships/oleObject" Target="../embeddings/oleObject4.bin" TargetMode="Internal" /><Relationship Id="rId20" Type="http://schemas.openxmlformats.org/officeDocument/2006/relationships/vmlDrawing" Target="../drawings/vmlDrawing3.vml" /><Relationship Id="rId21" Type="http://schemas.openxmlformats.org/officeDocument/2006/relationships/slideMaster" Target="../slideMasters/slideMaster2.xml" /><Relationship Id="rId3" Type="http://schemas.openxmlformats.org/officeDocument/2006/relationships/image" Target="../media/image1.emf" /><Relationship Id="rId4" Type="http://schemas.openxmlformats.org/officeDocument/2006/relationships/image" Target="../media/image8.png" /><Relationship Id="rId5" Type="http://schemas.openxmlformats.org/officeDocument/2006/relationships/image" Target="../media/image16.png" /><Relationship Id="rId6" Type="http://schemas.openxmlformats.org/officeDocument/2006/relationships/image" Target="../media/image17.png" /><Relationship Id="rId7" Type="http://schemas.openxmlformats.org/officeDocument/2006/relationships/image" Target="../media/image18.png" /><Relationship Id="rId8" Type="http://schemas.openxmlformats.org/officeDocument/2006/relationships/image" Target="../media/image19.png" /><Relationship Id="rId9" Type="http://schemas.openxmlformats.org/officeDocument/2006/relationships/image" Target="../media/image20.svg" /></Relationships>
</file>

<file path=ppt/slideLayouts/_rels/slideLayout15.xml.rels>&#65279;<?xml version="1.0" encoding="utf-8" standalone="yes"?><Relationships xmlns="http://schemas.openxmlformats.org/package/2006/relationships"><Relationship Id="rId1" Type="http://schemas.openxmlformats.org/officeDocument/2006/relationships/tags" Target="../tags/tag5.xml" /><Relationship Id="rId10" Type="http://schemas.openxmlformats.org/officeDocument/2006/relationships/slideMaster" Target="../slideMasters/slideMaster2.xml" /><Relationship Id="rId2" Type="http://schemas.openxmlformats.org/officeDocument/2006/relationships/tags" Target="../tags/tag6.xml" /><Relationship Id="rId3" Type="http://schemas.openxmlformats.org/officeDocument/2006/relationships/oleObject" Target="../embeddings/oleObject5.bin" TargetMode="Internal" /><Relationship Id="rId4" Type="http://schemas.openxmlformats.org/officeDocument/2006/relationships/image" Target="../media/image1.emf" /><Relationship Id="rId5" Type="http://schemas.openxmlformats.org/officeDocument/2006/relationships/image" Target="../media/image14.png" /><Relationship Id="rId6" Type="http://schemas.openxmlformats.org/officeDocument/2006/relationships/image" Target="../media/image15.svg" /><Relationship Id="rId7" Type="http://schemas.openxmlformats.org/officeDocument/2006/relationships/image" Target="../media/image29.png" /><Relationship Id="rId8" Type="http://schemas.openxmlformats.org/officeDocument/2006/relationships/image" Target="../media/image30.svg" /><Relationship Id="rId9" Type="http://schemas.openxmlformats.org/officeDocument/2006/relationships/vmlDrawing" Target="../drawings/vmlDrawing4.vml" /></Relationships>
</file>

<file path=ppt/slideLayouts/_rels/slideLayout16.xml.rels>&#65279;<?xml version="1.0" encoding="utf-8" standalone="yes"?><Relationships xmlns="http://schemas.openxmlformats.org/package/2006/relationships"><Relationship Id="rId1" Type="http://schemas.openxmlformats.org/officeDocument/2006/relationships/tags" Target="../tags/tag7.xml" /><Relationship Id="rId2" Type="http://schemas.openxmlformats.org/officeDocument/2006/relationships/oleObject" Target="../embeddings/oleObject6.bin" TargetMode="Internal" /><Relationship Id="rId3" Type="http://schemas.openxmlformats.org/officeDocument/2006/relationships/image" Target="../media/image1.emf" /><Relationship Id="rId4" Type="http://schemas.openxmlformats.org/officeDocument/2006/relationships/image" Target="../media/image14.png" /><Relationship Id="rId5" Type="http://schemas.openxmlformats.org/officeDocument/2006/relationships/image" Target="../media/image15.svg" /><Relationship Id="rId6" Type="http://schemas.openxmlformats.org/officeDocument/2006/relationships/vmlDrawing" Target="../drawings/vmlDrawing5.vml" /><Relationship Id="rId7" Type="http://schemas.openxmlformats.org/officeDocument/2006/relationships/slideMaster" Target="../slideMasters/slideMaster2.xml" /></Relationships>
</file>

<file path=ppt/slideLayouts/_rels/slideLayout17.xml.rels>&#65279;<?xml version="1.0" encoding="utf-8" standalone="yes"?><Relationships xmlns="http://schemas.openxmlformats.org/package/2006/relationships"><Relationship Id="rId1" Type="http://schemas.openxmlformats.org/officeDocument/2006/relationships/tags" Target="../tags/tag8.xml" /><Relationship Id="rId10" Type="http://schemas.openxmlformats.org/officeDocument/2006/relationships/image" Target="../media/image29.png" /><Relationship Id="rId11" Type="http://schemas.openxmlformats.org/officeDocument/2006/relationships/image" Target="../media/image30.svg" /><Relationship Id="rId12" Type="http://schemas.openxmlformats.org/officeDocument/2006/relationships/vmlDrawing" Target="../drawings/vmlDrawing6.vml" /><Relationship Id="rId13" Type="http://schemas.openxmlformats.org/officeDocument/2006/relationships/slideMaster" Target="../slideMasters/slideMaster2.xml" /><Relationship Id="rId2" Type="http://schemas.openxmlformats.org/officeDocument/2006/relationships/oleObject" Target="../embeddings/oleObject7.bin" TargetMode="Internal" /><Relationship Id="rId3" Type="http://schemas.openxmlformats.org/officeDocument/2006/relationships/image" Target="../media/image1.emf" /><Relationship Id="rId4" Type="http://schemas.openxmlformats.org/officeDocument/2006/relationships/image" Target="../media/image14.png" /><Relationship Id="rId5" Type="http://schemas.openxmlformats.org/officeDocument/2006/relationships/image" Target="../media/image15.svg" /><Relationship Id="rId6" Type="http://schemas.openxmlformats.org/officeDocument/2006/relationships/image" Target="../media/image31.png" /><Relationship Id="rId7" Type="http://schemas.openxmlformats.org/officeDocument/2006/relationships/image" Target="../media/image32.svg" /><Relationship Id="rId8" Type="http://schemas.openxmlformats.org/officeDocument/2006/relationships/image" Target="../media/image33.png" /><Relationship Id="rId9" Type="http://schemas.openxmlformats.org/officeDocument/2006/relationships/image" Target="../media/image34.svg" /></Relationships>
</file>

<file path=ppt/slideLayouts/_rels/slideLayout18.xml.rels>&#65279;<?xml version="1.0" encoding="utf-8" standalone="yes"?><Relationships xmlns="http://schemas.openxmlformats.org/package/2006/relationships"><Relationship Id="rId1" Type="http://schemas.openxmlformats.org/officeDocument/2006/relationships/tags" Target="../tags/tag9.xml" /><Relationship Id="rId10" Type="http://schemas.openxmlformats.org/officeDocument/2006/relationships/image" Target="../media/image34.svg" /><Relationship Id="rId11" Type="http://schemas.openxmlformats.org/officeDocument/2006/relationships/image" Target="../media/image29.png" /><Relationship Id="rId12" Type="http://schemas.openxmlformats.org/officeDocument/2006/relationships/image" Target="../media/image30.svg" /><Relationship Id="rId13" Type="http://schemas.openxmlformats.org/officeDocument/2006/relationships/vmlDrawing" Target="../drawings/vmlDrawing7.vml" /><Relationship Id="rId14" Type="http://schemas.openxmlformats.org/officeDocument/2006/relationships/slideMaster" Target="../slideMasters/slideMaster2.xml" /><Relationship Id="rId2" Type="http://schemas.openxmlformats.org/officeDocument/2006/relationships/oleObject" Target="../embeddings/oleObject8.bin" TargetMode="Internal" /><Relationship Id="rId3" Type="http://schemas.openxmlformats.org/officeDocument/2006/relationships/image" Target="../media/image1.emf" /><Relationship Id="rId4" Type="http://schemas.openxmlformats.org/officeDocument/2006/relationships/image" Target="../media/image35.png" /><Relationship Id="rId5" Type="http://schemas.openxmlformats.org/officeDocument/2006/relationships/image" Target="../media/image36.png" /><Relationship Id="rId6" Type="http://schemas.openxmlformats.org/officeDocument/2006/relationships/image" Target="../media/image37.svg" /><Relationship Id="rId7" Type="http://schemas.openxmlformats.org/officeDocument/2006/relationships/image" Target="../media/image14.png" /><Relationship Id="rId8" Type="http://schemas.openxmlformats.org/officeDocument/2006/relationships/image" Target="../media/image15.svg" /><Relationship Id="rId9" Type="http://schemas.openxmlformats.org/officeDocument/2006/relationships/image" Target="../media/image33.png" /></Relationships>
</file>

<file path=ppt/slideLayouts/_rels/slideLayout19.xml.rels>&#65279;<?xml version="1.0" encoding="utf-8" standalone="yes"?><Relationships xmlns="http://schemas.openxmlformats.org/package/2006/relationships"><Relationship Id="rId1" Type="http://schemas.openxmlformats.org/officeDocument/2006/relationships/tags" Target="../tags/tag10.xml" /><Relationship Id="rId10" Type="http://schemas.openxmlformats.org/officeDocument/2006/relationships/image" Target="../media/image42.png" /><Relationship Id="rId11" Type="http://schemas.openxmlformats.org/officeDocument/2006/relationships/image" Target="../media/image43.svg" /><Relationship Id="rId12" Type="http://schemas.openxmlformats.org/officeDocument/2006/relationships/image" Target="../media/image44.png" /><Relationship Id="rId13" Type="http://schemas.openxmlformats.org/officeDocument/2006/relationships/image" Target="../media/image45.svg" /><Relationship Id="rId14" Type="http://schemas.openxmlformats.org/officeDocument/2006/relationships/image" Target="../media/image46.png" /><Relationship Id="rId15" Type="http://schemas.openxmlformats.org/officeDocument/2006/relationships/image" Target="../media/image47.svg" /><Relationship Id="rId16" Type="http://schemas.openxmlformats.org/officeDocument/2006/relationships/image" Target="../media/image48.svg" /><Relationship Id="rId17" Type="http://schemas.openxmlformats.org/officeDocument/2006/relationships/image" Target="../media/image49.svg" /><Relationship Id="rId18" Type="http://schemas.openxmlformats.org/officeDocument/2006/relationships/image" Target="../media/image29.png" /><Relationship Id="rId19" Type="http://schemas.openxmlformats.org/officeDocument/2006/relationships/image" Target="../media/image30.svg" /><Relationship Id="rId2" Type="http://schemas.openxmlformats.org/officeDocument/2006/relationships/oleObject" Target="../embeddings/oleObject9.bin" TargetMode="Internal" /><Relationship Id="rId20" Type="http://schemas.openxmlformats.org/officeDocument/2006/relationships/vmlDrawing" Target="../drawings/vmlDrawing8.vml" /><Relationship Id="rId21" Type="http://schemas.openxmlformats.org/officeDocument/2006/relationships/slideMaster" Target="../slideMasters/slideMaster2.xml" /><Relationship Id="rId3" Type="http://schemas.openxmlformats.org/officeDocument/2006/relationships/image" Target="../media/image1.emf" /><Relationship Id="rId4" Type="http://schemas.openxmlformats.org/officeDocument/2006/relationships/image" Target="../media/image14.png" /><Relationship Id="rId5" Type="http://schemas.openxmlformats.org/officeDocument/2006/relationships/image" Target="../media/image15.svg" /><Relationship Id="rId6" Type="http://schemas.openxmlformats.org/officeDocument/2006/relationships/image" Target="../media/image38.png" /><Relationship Id="rId7" Type="http://schemas.openxmlformats.org/officeDocument/2006/relationships/image" Target="../media/image39.svg" /><Relationship Id="rId8" Type="http://schemas.openxmlformats.org/officeDocument/2006/relationships/image" Target="../media/image40.png" /><Relationship Id="rId9" Type="http://schemas.openxmlformats.org/officeDocument/2006/relationships/image" Target="../media/image41.svg" /></Relationships>
</file>

<file path=ppt/slideLayouts/_rels/slideLayout20.xml.rels>&#65279;<?xml version="1.0" encoding="utf-8" standalone="yes"?><Relationships xmlns="http://schemas.openxmlformats.org/package/2006/relationships"><Relationship Id="rId1" Type="http://schemas.openxmlformats.org/officeDocument/2006/relationships/tags" Target="../tags/tag11.xml" /><Relationship Id="rId10" Type="http://schemas.openxmlformats.org/officeDocument/2006/relationships/image" Target="../media/image51.png" /><Relationship Id="rId11" Type="http://schemas.openxmlformats.org/officeDocument/2006/relationships/image" Target="../media/image52.svg" /><Relationship Id="rId12" Type="http://schemas.openxmlformats.org/officeDocument/2006/relationships/image" Target="../media/image53.png" /><Relationship Id="rId13" Type="http://schemas.openxmlformats.org/officeDocument/2006/relationships/image" Target="../media/image54.svg" /><Relationship Id="rId14" Type="http://schemas.openxmlformats.org/officeDocument/2006/relationships/image" Target="../media/image55.png" /><Relationship Id="rId15" Type="http://schemas.openxmlformats.org/officeDocument/2006/relationships/image" Target="../media/image56.svg" /><Relationship Id="rId16" Type="http://schemas.openxmlformats.org/officeDocument/2006/relationships/image" Target="../media/image57.png" /><Relationship Id="rId17" Type="http://schemas.openxmlformats.org/officeDocument/2006/relationships/image" Target="../media/image58.svg" /><Relationship Id="rId18" Type="http://schemas.openxmlformats.org/officeDocument/2006/relationships/image" Target="../media/image59.png" /><Relationship Id="rId19" Type="http://schemas.openxmlformats.org/officeDocument/2006/relationships/image" Target="../media/image60.svg" /><Relationship Id="rId2" Type="http://schemas.openxmlformats.org/officeDocument/2006/relationships/oleObject" Target="../embeddings/oleObject10.bin" TargetMode="Internal" /><Relationship Id="rId20" Type="http://schemas.openxmlformats.org/officeDocument/2006/relationships/image" Target="../media/image61.png" /><Relationship Id="rId21" Type="http://schemas.openxmlformats.org/officeDocument/2006/relationships/image" Target="../media/image62.svg" /><Relationship Id="rId22" Type="http://schemas.openxmlformats.org/officeDocument/2006/relationships/image" Target="../media/image63.png" /><Relationship Id="rId23" Type="http://schemas.openxmlformats.org/officeDocument/2006/relationships/image" Target="../media/image64.svg" /><Relationship Id="rId24" Type="http://schemas.openxmlformats.org/officeDocument/2006/relationships/vmlDrawing" Target="../drawings/vmlDrawing9.vml" /><Relationship Id="rId25" Type="http://schemas.openxmlformats.org/officeDocument/2006/relationships/slideMaster" Target="../slideMasters/slideMaster2.xml" /><Relationship Id="rId3" Type="http://schemas.openxmlformats.org/officeDocument/2006/relationships/image" Target="../media/image1.emf" /><Relationship Id="rId4" Type="http://schemas.openxmlformats.org/officeDocument/2006/relationships/image" Target="../media/image35.png" /><Relationship Id="rId5" Type="http://schemas.openxmlformats.org/officeDocument/2006/relationships/image" Target="../media/image50.png" /><Relationship Id="rId6" Type="http://schemas.openxmlformats.org/officeDocument/2006/relationships/image" Target="../media/image36.png" /><Relationship Id="rId7" Type="http://schemas.openxmlformats.org/officeDocument/2006/relationships/image" Target="../media/image37.svg" /><Relationship Id="rId8" Type="http://schemas.openxmlformats.org/officeDocument/2006/relationships/image" Target="../media/image14.png" /><Relationship Id="rId9" Type="http://schemas.openxmlformats.org/officeDocument/2006/relationships/image" Target="../media/image15.svg" /></Relationships>
</file>

<file path=ppt/slideLayouts/_rels/slideLayout21.xml.rels>&#65279;<?xml version="1.0" encoding="utf-8" standalone="yes"?><Relationships xmlns="http://schemas.openxmlformats.org/package/2006/relationships"><Relationship Id="rId1" Type="http://schemas.openxmlformats.org/officeDocument/2006/relationships/tags" Target="../tags/tag12.xml" /><Relationship Id="rId10" Type="http://schemas.openxmlformats.org/officeDocument/2006/relationships/image" Target="../media/image66.png" /><Relationship Id="rId11" Type="http://schemas.openxmlformats.org/officeDocument/2006/relationships/image" Target="../media/image67.svg" /><Relationship Id="rId12" Type="http://schemas.openxmlformats.org/officeDocument/2006/relationships/image" Target="../media/image68.png" /><Relationship Id="rId13" Type="http://schemas.openxmlformats.org/officeDocument/2006/relationships/image" Target="../media/image69.svg" /><Relationship Id="rId14" Type="http://schemas.openxmlformats.org/officeDocument/2006/relationships/image" Target="../media/image70.png" /><Relationship Id="rId15" Type="http://schemas.openxmlformats.org/officeDocument/2006/relationships/image" Target="../media/image71.svg" /><Relationship Id="rId16" Type="http://schemas.openxmlformats.org/officeDocument/2006/relationships/image" Target="../media/image72.png" /><Relationship Id="rId17" Type="http://schemas.openxmlformats.org/officeDocument/2006/relationships/image" Target="../media/image73.svg" /><Relationship Id="rId18" Type="http://schemas.openxmlformats.org/officeDocument/2006/relationships/image" Target="../media/image57.png" /><Relationship Id="rId19" Type="http://schemas.openxmlformats.org/officeDocument/2006/relationships/image" Target="../media/image58.svg" /><Relationship Id="rId2" Type="http://schemas.openxmlformats.org/officeDocument/2006/relationships/oleObject" Target="../embeddings/oleObject11.bin" TargetMode="Internal" /><Relationship Id="rId20" Type="http://schemas.openxmlformats.org/officeDocument/2006/relationships/image" Target="../media/image74.png" /><Relationship Id="rId21" Type="http://schemas.openxmlformats.org/officeDocument/2006/relationships/image" Target="../media/image75.svg" /><Relationship Id="rId22" Type="http://schemas.openxmlformats.org/officeDocument/2006/relationships/image" Target="../media/image76.png" /><Relationship Id="rId23" Type="http://schemas.openxmlformats.org/officeDocument/2006/relationships/image" Target="../media/image77.svg" /><Relationship Id="rId24" Type="http://schemas.openxmlformats.org/officeDocument/2006/relationships/image" Target="../media/image78.png" /><Relationship Id="rId25" Type="http://schemas.openxmlformats.org/officeDocument/2006/relationships/image" Target="../media/image79.svg" /><Relationship Id="rId26" Type="http://schemas.openxmlformats.org/officeDocument/2006/relationships/image" Target="../media/image63.png" /><Relationship Id="rId27" Type="http://schemas.openxmlformats.org/officeDocument/2006/relationships/image" Target="../media/image64.svg" /><Relationship Id="rId28" Type="http://schemas.openxmlformats.org/officeDocument/2006/relationships/vmlDrawing" Target="../drawings/vmlDrawing10.vml" /><Relationship Id="rId29" Type="http://schemas.openxmlformats.org/officeDocument/2006/relationships/slideMaster" Target="../slideMasters/slideMaster2.xml" /><Relationship Id="rId3" Type="http://schemas.openxmlformats.org/officeDocument/2006/relationships/image" Target="../media/image1.emf" /><Relationship Id="rId4" Type="http://schemas.openxmlformats.org/officeDocument/2006/relationships/image" Target="../media/image35.png" /><Relationship Id="rId5" Type="http://schemas.openxmlformats.org/officeDocument/2006/relationships/image" Target="../media/image65.png" /><Relationship Id="rId6" Type="http://schemas.openxmlformats.org/officeDocument/2006/relationships/image" Target="../media/image14.png" /><Relationship Id="rId7" Type="http://schemas.openxmlformats.org/officeDocument/2006/relationships/image" Target="../media/image15.svg" /><Relationship Id="rId8" Type="http://schemas.openxmlformats.org/officeDocument/2006/relationships/image" Target="../media/image61.png" /><Relationship Id="rId9" Type="http://schemas.openxmlformats.org/officeDocument/2006/relationships/image" Target="../media/image62.svg" /></Relationships>
</file>

<file path=ppt/slideLayouts/_rels/slideLayout22.xml.rels>&#65279;<?xml version="1.0" encoding="utf-8" standalone="yes"?><Relationships xmlns="http://schemas.openxmlformats.org/package/2006/relationships"><Relationship Id="rId1" Type="http://schemas.openxmlformats.org/officeDocument/2006/relationships/tags" Target="../tags/tag13.xml" /><Relationship Id="rId10" Type="http://schemas.openxmlformats.org/officeDocument/2006/relationships/image" Target="../media/image83.svg" /><Relationship Id="rId11" Type="http://schemas.openxmlformats.org/officeDocument/2006/relationships/image" Target="../media/image84.png" /><Relationship Id="rId12" Type="http://schemas.openxmlformats.org/officeDocument/2006/relationships/image" Target="../media/image85.svg" /><Relationship Id="rId13" Type="http://schemas.openxmlformats.org/officeDocument/2006/relationships/image" Target="../media/image86.png" /><Relationship Id="rId14" Type="http://schemas.openxmlformats.org/officeDocument/2006/relationships/image" Target="../media/image87.svg" /><Relationship Id="rId15" Type="http://schemas.openxmlformats.org/officeDocument/2006/relationships/image" Target="../media/image88.png" /><Relationship Id="rId16" Type="http://schemas.openxmlformats.org/officeDocument/2006/relationships/image" Target="../media/image89.svg" /><Relationship Id="rId17" Type="http://schemas.openxmlformats.org/officeDocument/2006/relationships/image" Target="../media/image90.png" /><Relationship Id="rId18" Type="http://schemas.openxmlformats.org/officeDocument/2006/relationships/image" Target="../media/image91.svg" /><Relationship Id="rId19" Type="http://schemas.openxmlformats.org/officeDocument/2006/relationships/image" Target="../media/image92.png" /><Relationship Id="rId2" Type="http://schemas.openxmlformats.org/officeDocument/2006/relationships/oleObject" Target="../embeddings/oleObject12.bin" TargetMode="Internal" /><Relationship Id="rId20" Type="http://schemas.openxmlformats.org/officeDocument/2006/relationships/image" Target="../media/image93.svg" /><Relationship Id="rId21" Type="http://schemas.openxmlformats.org/officeDocument/2006/relationships/image" Target="../media/image94.png" /><Relationship Id="rId22" Type="http://schemas.openxmlformats.org/officeDocument/2006/relationships/image" Target="../media/image95.svg" /><Relationship Id="rId23" Type="http://schemas.openxmlformats.org/officeDocument/2006/relationships/vmlDrawing" Target="../drawings/vmlDrawing11.vml" /><Relationship Id="rId24" Type="http://schemas.openxmlformats.org/officeDocument/2006/relationships/slideMaster" Target="../slideMasters/slideMaster2.xml" /><Relationship Id="rId3" Type="http://schemas.openxmlformats.org/officeDocument/2006/relationships/image" Target="../media/image1.emf" /><Relationship Id="rId4" Type="http://schemas.openxmlformats.org/officeDocument/2006/relationships/image" Target="../media/image35.png" /><Relationship Id="rId5" Type="http://schemas.openxmlformats.org/officeDocument/2006/relationships/image" Target="../media/image14.png" /><Relationship Id="rId6" Type="http://schemas.openxmlformats.org/officeDocument/2006/relationships/image" Target="../media/image15.svg" /><Relationship Id="rId7" Type="http://schemas.openxmlformats.org/officeDocument/2006/relationships/image" Target="../media/image80.png" /><Relationship Id="rId8" Type="http://schemas.openxmlformats.org/officeDocument/2006/relationships/image" Target="../media/image81.svg" /><Relationship Id="rId9" Type="http://schemas.openxmlformats.org/officeDocument/2006/relationships/image" Target="../media/image82.png" /></Relationships>
</file>

<file path=ppt/slideLayouts/_rels/slideLayout23.xml.rels>&#65279;<?xml version="1.0" encoding="utf-8" standalone="yes"?><Relationships xmlns="http://schemas.openxmlformats.org/package/2006/relationships"><Relationship Id="rId1" Type="http://schemas.openxmlformats.org/officeDocument/2006/relationships/tags" Target="../tags/tag14.xml" /><Relationship Id="rId10" Type="http://schemas.openxmlformats.org/officeDocument/2006/relationships/image" Target="../media/image100.png" /><Relationship Id="rId11" Type="http://schemas.openxmlformats.org/officeDocument/2006/relationships/image" Target="../media/image101.svg" /><Relationship Id="rId12" Type="http://schemas.openxmlformats.org/officeDocument/2006/relationships/image" Target="../media/image102.png" /><Relationship Id="rId13" Type="http://schemas.openxmlformats.org/officeDocument/2006/relationships/image" Target="../media/image103.svg" /><Relationship Id="rId14" Type="http://schemas.openxmlformats.org/officeDocument/2006/relationships/image" Target="../media/image104.png" /><Relationship Id="rId15" Type="http://schemas.openxmlformats.org/officeDocument/2006/relationships/image" Target="../media/image105.svg" /><Relationship Id="rId16" Type="http://schemas.openxmlformats.org/officeDocument/2006/relationships/image" Target="../media/image106.png" /><Relationship Id="rId17" Type="http://schemas.openxmlformats.org/officeDocument/2006/relationships/image" Target="../media/image107.svg" /><Relationship Id="rId18" Type="http://schemas.openxmlformats.org/officeDocument/2006/relationships/image" Target="../media/image108.png" /><Relationship Id="rId19" Type="http://schemas.openxmlformats.org/officeDocument/2006/relationships/image" Target="../media/image109.svg" /><Relationship Id="rId2" Type="http://schemas.openxmlformats.org/officeDocument/2006/relationships/oleObject" Target="../embeddings/oleObject13.bin" TargetMode="Internal" /><Relationship Id="rId20" Type="http://schemas.openxmlformats.org/officeDocument/2006/relationships/image" Target="../media/image110.png" /><Relationship Id="rId21" Type="http://schemas.openxmlformats.org/officeDocument/2006/relationships/image" Target="../media/image111.svg" /><Relationship Id="rId22" Type="http://schemas.openxmlformats.org/officeDocument/2006/relationships/image" Target="../media/image112.png" /><Relationship Id="rId23" Type="http://schemas.openxmlformats.org/officeDocument/2006/relationships/image" Target="../media/image113.svg" /><Relationship Id="rId24" Type="http://schemas.openxmlformats.org/officeDocument/2006/relationships/image" Target="../media/image29.png" /><Relationship Id="rId25" Type="http://schemas.openxmlformats.org/officeDocument/2006/relationships/image" Target="../media/image30.svg" /><Relationship Id="rId26" Type="http://schemas.openxmlformats.org/officeDocument/2006/relationships/vmlDrawing" Target="../drawings/vmlDrawing12.vml" /><Relationship Id="rId27" Type="http://schemas.openxmlformats.org/officeDocument/2006/relationships/slideMaster" Target="../slideMasters/slideMaster2.xml" /><Relationship Id="rId3" Type="http://schemas.openxmlformats.org/officeDocument/2006/relationships/image" Target="../media/image1.emf" /><Relationship Id="rId4" Type="http://schemas.openxmlformats.org/officeDocument/2006/relationships/image" Target="../media/image96.png" /><Relationship Id="rId5" Type="http://schemas.openxmlformats.org/officeDocument/2006/relationships/image" Target="../media/image97.svg" /><Relationship Id="rId6" Type="http://schemas.openxmlformats.org/officeDocument/2006/relationships/image" Target="../media/image14.png" /><Relationship Id="rId7" Type="http://schemas.openxmlformats.org/officeDocument/2006/relationships/image" Target="../media/image15.svg" /><Relationship Id="rId8" Type="http://schemas.openxmlformats.org/officeDocument/2006/relationships/image" Target="../media/image98.png" /><Relationship Id="rId9" Type="http://schemas.openxmlformats.org/officeDocument/2006/relationships/image" Target="../media/image99.svg" /></Relationships>
</file>

<file path=ppt/slideLayouts/_rels/slideLayout24.xml.rels>&#65279;<?xml version="1.0" encoding="utf-8" standalone="yes"?><Relationships xmlns="http://schemas.openxmlformats.org/package/2006/relationships"><Relationship Id="rId1" Type="http://schemas.openxmlformats.org/officeDocument/2006/relationships/image" Target="../media/image36.png" /><Relationship Id="rId10" Type="http://schemas.openxmlformats.org/officeDocument/2006/relationships/image" Target="../media/image119.svg" /><Relationship Id="rId100" Type="http://schemas.openxmlformats.org/officeDocument/2006/relationships/image" Target="../media/image209.svg" /><Relationship Id="rId101" Type="http://schemas.openxmlformats.org/officeDocument/2006/relationships/image" Target="../media/image210.png" /><Relationship Id="rId102" Type="http://schemas.openxmlformats.org/officeDocument/2006/relationships/image" Target="../media/image211.svg" /><Relationship Id="rId103" Type="http://schemas.openxmlformats.org/officeDocument/2006/relationships/image" Target="../media/image212.png" /><Relationship Id="rId104" Type="http://schemas.openxmlformats.org/officeDocument/2006/relationships/image" Target="../media/image213.svg" /><Relationship Id="rId105" Type="http://schemas.openxmlformats.org/officeDocument/2006/relationships/slideMaster" Target="../slideMasters/slideMaster2.xml" /><Relationship Id="rId11" Type="http://schemas.openxmlformats.org/officeDocument/2006/relationships/image" Target="../media/image120.png" /><Relationship Id="rId12" Type="http://schemas.openxmlformats.org/officeDocument/2006/relationships/image" Target="../media/image121.svg" /><Relationship Id="rId13" Type="http://schemas.openxmlformats.org/officeDocument/2006/relationships/image" Target="../media/image122.png" /><Relationship Id="rId14" Type="http://schemas.openxmlformats.org/officeDocument/2006/relationships/image" Target="../media/image123.svg" /><Relationship Id="rId15" Type="http://schemas.openxmlformats.org/officeDocument/2006/relationships/image" Target="../media/image124.png" /><Relationship Id="rId16" Type="http://schemas.openxmlformats.org/officeDocument/2006/relationships/image" Target="../media/image125.svg" /><Relationship Id="rId17" Type="http://schemas.openxmlformats.org/officeDocument/2006/relationships/image" Target="../media/image126.png" /><Relationship Id="rId18" Type="http://schemas.openxmlformats.org/officeDocument/2006/relationships/image" Target="../media/image127.svg" /><Relationship Id="rId19" Type="http://schemas.openxmlformats.org/officeDocument/2006/relationships/image" Target="../media/image128.png" /><Relationship Id="rId2" Type="http://schemas.openxmlformats.org/officeDocument/2006/relationships/image" Target="../media/image37.svg" /><Relationship Id="rId20" Type="http://schemas.openxmlformats.org/officeDocument/2006/relationships/image" Target="../media/image129.svg" /><Relationship Id="rId21" Type="http://schemas.openxmlformats.org/officeDocument/2006/relationships/image" Target="../media/image130.png" /><Relationship Id="rId22" Type="http://schemas.openxmlformats.org/officeDocument/2006/relationships/image" Target="../media/image131.svg" /><Relationship Id="rId23" Type="http://schemas.openxmlformats.org/officeDocument/2006/relationships/image" Target="../media/image132.png" /><Relationship Id="rId24" Type="http://schemas.openxmlformats.org/officeDocument/2006/relationships/image" Target="../media/image133.svg" /><Relationship Id="rId25" Type="http://schemas.openxmlformats.org/officeDocument/2006/relationships/image" Target="../media/image134.png" /><Relationship Id="rId26" Type="http://schemas.openxmlformats.org/officeDocument/2006/relationships/image" Target="../media/image135.svg" /><Relationship Id="rId27" Type="http://schemas.openxmlformats.org/officeDocument/2006/relationships/image" Target="../media/image136.png" /><Relationship Id="rId28" Type="http://schemas.openxmlformats.org/officeDocument/2006/relationships/image" Target="../media/image137.svg" /><Relationship Id="rId29" Type="http://schemas.openxmlformats.org/officeDocument/2006/relationships/image" Target="../media/image138.png" /><Relationship Id="rId3" Type="http://schemas.openxmlformats.org/officeDocument/2006/relationships/image" Target="../media/image14.png" /><Relationship Id="rId30" Type="http://schemas.openxmlformats.org/officeDocument/2006/relationships/image" Target="../media/image139.svg" /><Relationship Id="rId31" Type="http://schemas.openxmlformats.org/officeDocument/2006/relationships/image" Target="../media/image140.png" /><Relationship Id="rId32" Type="http://schemas.openxmlformats.org/officeDocument/2006/relationships/image" Target="../media/image141.svg" /><Relationship Id="rId33" Type="http://schemas.openxmlformats.org/officeDocument/2006/relationships/image" Target="../media/image142.png" /><Relationship Id="rId34" Type="http://schemas.openxmlformats.org/officeDocument/2006/relationships/image" Target="../media/image143.svg" /><Relationship Id="rId35" Type="http://schemas.openxmlformats.org/officeDocument/2006/relationships/image" Target="../media/image144.png" /><Relationship Id="rId36" Type="http://schemas.openxmlformats.org/officeDocument/2006/relationships/image" Target="../media/image145.svg" /><Relationship Id="rId37" Type="http://schemas.openxmlformats.org/officeDocument/2006/relationships/image" Target="../media/image146.png" /><Relationship Id="rId38" Type="http://schemas.openxmlformats.org/officeDocument/2006/relationships/image" Target="../media/image147.svg" /><Relationship Id="rId39" Type="http://schemas.openxmlformats.org/officeDocument/2006/relationships/image" Target="../media/image148.png" /><Relationship Id="rId4" Type="http://schemas.openxmlformats.org/officeDocument/2006/relationships/image" Target="../media/image15.svg" /><Relationship Id="rId40" Type="http://schemas.openxmlformats.org/officeDocument/2006/relationships/image" Target="../media/image149.svg" /><Relationship Id="rId41" Type="http://schemas.openxmlformats.org/officeDocument/2006/relationships/image" Target="../media/image150.png" /><Relationship Id="rId42" Type="http://schemas.openxmlformats.org/officeDocument/2006/relationships/image" Target="../media/image151.svg" /><Relationship Id="rId43" Type="http://schemas.openxmlformats.org/officeDocument/2006/relationships/image" Target="../media/image152.png" /><Relationship Id="rId44" Type="http://schemas.openxmlformats.org/officeDocument/2006/relationships/image" Target="../media/image153.svg" /><Relationship Id="rId45" Type="http://schemas.openxmlformats.org/officeDocument/2006/relationships/image" Target="../media/image154.png" /><Relationship Id="rId46" Type="http://schemas.openxmlformats.org/officeDocument/2006/relationships/image" Target="../media/image155.svg" /><Relationship Id="rId47" Type="http://schemas.openxmlformats.org/officeDocument/2006/relationships/image" Target="../media/image156.png" /><Relationship Id="rId48" Type="http://schemas.openxmlformats.org/officeDocument/2006/relationships/image" Target="../media/image157.svg" /><Relationship Id="rId49" Type="http://schemas.openxmlformats.org/officeDocument/2006/relationships/image" Target="../media/image158.png" /><Relationship Id="rId5" Type="http://schemas.openxmlformats.org/officeDocument/2006/relationships/image" Target="../media/image114.png" /><Relationship Id="rId50" Type="http://schemas.openxmlformats.org/officeDocument/2006/relationships/image" Target="../media/image159.svg" /><Relationship Id="rId51" Type="http://schemas.openxmlformats.org/officeDocument/2006/relationships/image" Target="../media/image160.png" /><Relationship Id="rId52" Type="http://schemas.openxmlformats.org/officeDocument/2006/relationships/image" Target="../media/image161.svg" /><Relationship Id="rId53" Type="http://schemas.openxmlformats.org/officeDocument/2006/relationships/image" Target="../media/image162.png" /><Relationship Id="rId54" Type="http://schemas.openxmlformats.org/officeDocument/2006/relationships/image" Target="../media/image163.svg" /><Relationship Id="rId55" Type="http://schemas.openxmlformats.org/officeDocument/2006/relationships/image" Target="../media/image164.png" /><Relationship Id="rId56" Type="http://schemas.openxmlformats.org/officeDocument/2006/relationships/image" Target="../media/image165.svg" /><Relationship Id="rId57" Type="http://schemas.openxmlformats.org/officeDocument/2006/relationships/image" Target="../media/image166.png" /><Relationship Id="rId58" Type="http://schemas.openxmlformats.org/officeDocument/2006/relationships/image" Target="../media/image167.svg" /><Relationship Id="rId59" Type="http://schemas.openxmlformats.org/officeDocument/2006/relationships/image" Target="../media/image168.png" /><Relationship Id="rId6" Type="http://schemas.openxmlformats.org/officeDocument/2006/relationships/image" Target="../media/image115.svg" /><Relationship Id="rId60" Type="http://schemas.openxmlformats.org/officeDocument/2006/relationships/image" Target="../media/image169.svg" /><Relationship Id="rId61" Type="http://schemas.openxmlformats.org/officeDocument/2006/relationships/image" Target="../media/image170.png" /><Relationship Id="rId62" Type="http://schemas.openxmlformats.org/officeDocument/2006/relationships/image" Target="../media/image171.svg" /><Relationship Id="rId63" Type="http://schemas.openxmlformats.org/officeDocument/2006/relationships/image" Target="../media/image172.png" /><Relationship Id="rId64" Type="http://schemas.openxmlformats.org/officeDocument/2006/relationships/image" Target="../media/image173.svg" /><Relationship Id="rId65" Type="http://schemas.openxmlformats.org/officeDocument/2006/relationships/image" Target="../media/image174.png" /><Relationship Id="rId66" Type="http://schemas.openxmlformats.org/officeDocument/2006/relationships/image" Target="../media/image175.svg" /><Relationship Id="rId67" Type="http://schemas.openxmlformats.org/officeDocument/2006/relationships/image" Target="../media/image176.png" /><Relationship Id="rId68" Type="http://schemas.openxmlformats.org/officeDocument/2006/relationships/image" Target="../media/image177.svg" /><Relationship Id="rId69" Type="http://schemas.openxmlformats.org/officeDocument/2006/relationships/image" Target="../media/image178.png" /><Relationship Id="rId7" Type="http://schemas.openxmlformats.org/officeDocument/2006/relationships/image" Target="../media/image116.png" /><Relationship Id="rId70" Type="http://schemas.openxmlformats.org/officeDocument/2006/relationships/image" Target="../media/image179.svg" /><Relationship Id="rId71" Type="http://schemas.openxmlformats.org/officeDocument/2006/relationships/image" Target="../media/image180.png" /><Relationship Id="rId72" Type="http://schemas.openxmlformats.org/officeDocument/2006/relationships/image" Target="../media/image181.svg" /><Relationship Id="rId73" Type="http://schemas.openxmlformats.org/officeDocument/2006/relationships/image" Target="../media/image182.png" /><Relationship Id="rId74" Type="http://schemas.openxmlformats.org/officeDocument/2006/relationships/image" Target="../media/image183.svg" /><Relationship Id="rId75" Type="http://schemas.openxmlformats.org/officeDocument/2006/relationships/image" Target="../media/image184.png" /><Relationship Id="rId76" Type="http://schemas.openxmlformats.org/officeDocument/2006/relationships/image" Target="../media/image185.svg" /><Relationship Id="rId77" Type="http://schemas.openxmlformats.org/officeDocument/2006/relationships/image" Target="../media/image186.png" /><Relationship Id="rId78" Type="http://schemas.openxmlformats.org/officeDocument/2006/relationships/image" Target="../media/image187.svg" /><Relationship Id="rId79" Type="http://schemas.openxmlformats.org/officeDocument/2006/relationships/image" Target="../media/image188.png" /><Relationship Id="rId8" Type="http://schemas.openxmlformats.org/officeDocument/2006/relationships/image" Target="../media/image117.svg" /><Relationship Id="rId80" Type="http://schemas.openxmlformats.org/officeDocument/2006/relationships/image" Target="../media/image189.svg" /><Relationship Id="rId81" Type="http://schemas.openxmlformats.org/officeDocument/2006/relationships/image" Target="../media/image190.png" /><Relationship Id="rId82" Type="http://schemas.openxmlformats.org/officeDocument/2006/relationships/image" Target="../media/image191.svg" /><Relationship Id="rId83" Type="http://schemas.openxmlformats.org/officeDocument/2006/relationships/image" Target="../media/image192.png" /><Relationship Id="rId84" Type="http://schemas.openxmlformats.org/officeDocument/2006/relationships/image" Target="../media/image193.svg" /><Relationship Id="rId85" Type="http://schemas.openxmlformats.org/officeDocument/2006/relationships/image" Target="../media/image194.png" /><Relationship Id="rId86" Type="http://schemas.openxmlformats.org/officeDocument/2006/relationships/image" Target="../media/image195.svg" /><Relationship Id="rId87" Type="http://schemas.openxmlformats.org/officeDocument/2006/relationships/image" Target="../media/image196.png" /><Relationship Id="rId88" Type="http://schemas.openxmlformats.org/officeDocument/2006/relationships/image" Target="../media/image197.svg" /><Relationship Id="rId89" Type="http://schemas.openxmlformats.org/officeDocument/2006/relationships/image" Target="../media/image198.png" /><Relationship Id="rId9" Type="http://schemas.openxmlformats.org/officeDocument/2006/relationships/image" Target="../media/image118.png" /><Relationship Id="rId90" Type="http://schemas.openxmlformats.org/officeDocument/2006/relationships/image" Target="../media/image199.svg" /><Relationship Id="rId91" Type="http://schemas.openxmlformats.org/officeDocument/2006/relationships/image" Target="../media/image200.png" /><Relationship Id="rId92" Type="http://schemas.openxmlformats.org/officeDocument/2006/relationships/image" Target="../media/image201.svg" /><Relationship Id="rId93" Type="http://schemas.openxmlformats.org/officeDocument/2006/relationships/image" Target="../media/image202.png" /><Relationship Id="rId94" Type="http://schemas.openxmlformats.org/officeDocument/2006/relationships/image" Target="../media/image203.svg" /><Relationship Id="rId95" Type="http://schemas.openxmlformats.org/officeDocument/2006/relationships/image" Target="../media/image204.png" /><Relationship Id="rId96" Type="http://schemas.openxmlformats.org/officeDocument/2006/relationships/image" Target="../media/image205.svg" /><Relationship Id="rId97" Type="http://schemas.openxmlformats.org/officeDocument/2006/relationships/image" Target="../media/image206.png" /><Relationship Id="rId98" Type="http://schemas.openxmlformats.org/officeDocument/2006/relationships/image" Target="../media/image207.svg" /><Relationship Id="rId99" Type="http://schemas.openxmlformats.org/officeDocument/2006/relationships/image" Target="../media/image208.png" /></Relationships>
</file>

<file path=ppt/slideLayouts/_rels/slideLayout25.xml.rels>&#65279;<?xml version="1.0" encoding="utf-8" standalone="yes"?><Relationships xmlns="http://schemas.openxmlformats.org/package/2006/relationships"><Relationship Id="rId1" Type="http://schemas.openxmlformats.org/officeDocument/2006/relationships/slideMaster" Target="../slideMasters/slideMaster2.xml" /></Relationships>
</file>

<file path=ppt/slideLayouts/slideLayout1.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title" preserve="1">
  <p:cSld name="Title Slide">
    <p:spTree>
      <p:nvGrpSpPr>
        <p:cNvPr id="1" name="" title=""/>
        <p:cNvGrpSpPr/>
        <p:nvPr/>
      </p:nvGrpSpPr>
      <p:grpSpPr>
        <a:xfrm>
          <a:off x="0" y="0"/>
          <a:ext cx="0" cy="0"/>
        </a:xfrm>
      </p:grpSpPr>
      <p:sp>
        <p:nvSpPr>
          <p:cNvPr id="2" name="Title 1" title=""/>
          <p:cNvSpPr>
            <a:spLocks noGrp="1"/>
          </p:cNvSpPr>
          <p:nvPr>
            <p:ph type="ctrTitle"/>
          </p:nvPr>
        </p:nvSpPr>
        <p:spPr/>
        <p:txBody>
          <a:bodyPr/>
          <a:lstStyle/>
          <a:p>
            <a:r>
              <a:rPr lang="en-US" smtClean="0"/>
              <a:t>Click to edit Master title style</a:t>
            </a:r>
            <a:endParaRPr lang="en-US"/>
          </a:p>
        </p:txBody>
      </p:sp>
      <p:sp>
        <p:nvSpPr>
          <p:cNvPr id="3" name="Subtitle 2" title=""/>
          <p:cNvSpPr>
            <a:spLocks noGrp="1"/>
          </p:cNvSpPr>
          <p:nvPr>
            <p:ph type="subTitle" idx="1"/>
          </p:nvPr>
        </p:nvSpPr>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title=""/>
          <p:cNvSpPr>
            <a:spLocks noGrp="1"/>
          </p:cNvSpPr>
          <p:nvPr>
            <p:ph type="dt" sz="half" idx="2"/>
          </p:nvPr>
        </p:nvSpPr>
        <p:spPr/>
        <p:txBody>
          <a:bodyPr/>
          <a:lstStyle/>
          <a:p>
            <a:fld id="{1ACA0742-2CAE-4837-8CA1-43A3C6DFE42E}" type="datetimeFigureOut">
              <a:rPr lang="en-US" smtClean="0"/>
              <a:t>11/7/2009</a:t>
            </a:fld>
            <a:endParaRPr lang="en-US"/>
          </a:p>
        </p:txBody>
      </p:sp>
      <p:sp>
        <p:nvSpPr>
          <p:cNvPr id="5" name="Footer Placeholder 4" title=""/>
          <p:cNvSpPr txBox="1">
            <a:spLocks noGrp="1"/>
          </p:cNvSpPr>
          <p:nvPr>
            <p:ph type="ftr" sz="quarter" idx="3"/>
          </p:nvPr>
        </p:nvSpPr>
        <p:spPr/>
        <p:txBody>
          <a:bodyPr/>
          <a:lstStyle/>
          <a:p>
            <a:r>
              <a:rPr lang="en-US"/>
              <a:t>Confidential - Customer Success Analysis</a:t>
            </a:r>
          </a:p>
        </p:txBody>
      </p:sp>
      <p:sp>
        <p:nvSpPr>
          <p:cNvPr id="6" name="Slide Number Placeholder 5" title=""/>
          <p:cNvSpPr>
            <a:spLocks noGrp="1"/>
          </p:cNvSpPr>
          <p:nvPr>
            <p:ph type="sldNum" sz="quarter" idx="4"/>
          </p:nvPr>
        </p:nvSpPr>
        <p:spPr/>
        <p:txBody>
          <a:bodyPr/>
          <a:lstStyle/>
          <a:p>
            <a:fld id="{93AE1883-0942-4AA3-9DB2-9C7C3A0314B1}" type="slidenum">
              <a:rPr lang="en-US" smtClean="0"/>
              <a:t>‹#›</a:t>
            </a:fld>
            <a:endParaRPr lang="en-US"/>
          </a:p>
        </p:txBody>
      </p:sp>
    </p:spTree>
  </p:cSld>
  <p:clrMapOvr>
    <a:masterClrMapping/>
  </p:clrMapOvr>
  <p:transition/>
  <p:timing/>
</p:sldLayout>
</file>

<file path=ppt/slideLayouts/slideLayout2.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obj" preserve="1">
  <p:cSld name="Title and Content">
    <p:spTree>
      <p:nvGrpSpPr>
        <p:cNvPr id="1" name="" title=""/>
        <p:cNvGrpSpPr/>
        <p:nvPr/>
      </p:nvGrpSpPr>
      <p:grpSpPr>
        <a:xfrm>
          <a:off x="0" y="0"/>
          <a:ext cx="0" cy="0"/>
        </a:xfrm>
      </p:grpSpPr>
      <p:sp>
        <p:nvSpPr>
          <p:cNvPr id="2" name="Title 1" title=""/>
          <p:cNvSpPr>
            <a:spLocks noGrp="1"/>
          </p:cNvSpPr>
          <p:nvPr>
            <p:ph type="title"/>
          </p:nvPr>
        </p:nvSpPr>
        <p:spPr/>
        <p:txBody>
          <a:bodyPr/>
          <a:lstStyle/>
          <a:p>
            <a:r>
              <a:rPr lang="en-US" smtClean="0"/>
              <a:t>Click to edit Master title style</a:t>
            </a:r>
            <a:endParaRPr lang="en-US"/>
          </a:p>
        </p:txBody>
      </p:sp>
      <p:sp>
        <p:nvSpPr>
          <p:cNvPr id="3" name="Content Placeholder 2" title=""/>
          <p:cNvSpPr>
            <a:spLocks noGrp="1"/>
          </p:cNvSpPr>
          <p:nvPr>
            <p:ph idx="1"/>
          </p:nvPr>
        </p:nvSpPr>
        <p:spPr/>
        <p:txBody>
          <a:bodyPr/>
          <a:lstStyle/>
          <a:p>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title=""/>
          <p:cNvSpPr>
            <a:spLocks noGrp="1"/>
          </p:cNvSpPr>
          <p:nvPr>
            <p:ph type="dt" sz="half" idx="2"/>
          </p:nvPr>
        </p:nvSpPr>
        <p:spPr/>
        <p:txBody>
          <a:bodyPr/>
          <a:lstStyle/>
          <a:p>
            <a:fld id="{E992A846-DD5D-4698-AE9A-5710310E876B}" type="datetimeFigureOut">
              <a:rPr lang="en-US" smtClean="0"/>
              <a:t>11/7/2009</a:t>
            </a:fld>
            <a:endParaRPr lang="en-US"/>
          </a:p>
        </p:txBody>
      </p:sp>
      <p:sp>
        <p:nvSpPr>
          <p:cNvPr id="5" name="Footer Placeholder 4" title=""/>
          <p:cNvSpPr txBox="1">
            <a:spLocks noGrp="1"/>
          </p:cNvSpPr>
          <p:nvPr>
            <p:ph type="ftr" sz="quarter" idx="3"/>
          </p:nvPr>
        </p:nvSpPr>
        <p:spPr/>
        <p:txBody>
          <a:bodyPr/>
          <a:lstStyle/>
          <a:p>
            <a:r>
              <a:rPr lang="en-US"/>
              <a:t>Confidential - Customer Success Analysis</a:t>
            </a:r>
          </a:p>
        </p:txBody>
      </p:sp>
      <p:sp>
        <p:nvSpPr>
          <p:cNvPr id="6" name="Slide Number Placeholder 5" title=""/>
          <p:cNvSpPr>
            <a:spLocks noGrp="1"/>
          </p:cNvSpPr>
          <p:nvPr>
            <p:ph type="sldNum" sz="quarter" idx="4"/>
          </p:nvPr>
        </p:nvSpPr>
        <p:spPr/>
        <p:txBody>
          <a:bodyPr/>
          <a:lstStyle/>
          <a:p>
            <a:fld id="{93AE1883-0942-4AA3-9DB2-9C7C3A0314B1}" type="slidenum">
              <a:rPr lang="en-US" smtClean="0"/>
              <a:t>‹#›</a:t>
            </a:fld>
            <a:endParaRPr lang="en-US"/>
          </a:p>
        </p:txBody>
      </p:sp>
    </p:spTree>
  </p:cSld>
  <p:clrMapOvr>
    <a:masterClrMapping/>
  </p:clrMapOvr>
  <p:transition/>
  <p:timing/>
</p:sldLayout>
</file>

<file path=ppt/slideLayouts/slideLayout3.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secHead" preserve="1">
  <p:cSld name="Section Header">
    <p:spTree>
      <p:nvGrpSpPr>
        <p:cNvPr id="1" name="" title=""/>
        <p:cNvGrpSpPr/>
        <p:nvPr/>
      </p:nvGrpSpPr>
      <p:grpSpPr>
        <a:xfrm>
          <a:off x="0" y="0"/>
          <a:ext cx="0" cy="0"/>
        </a:xfrm>
      </p:grpSpPr>
      <p:sp>
        <p:nvSpPr>
          <p:cNvPr id="2" name="Title 1" title=""/>
          <p:cNvSpPr>
            <a:spLocks noGrp="1"/>
          </p:cNvSpPr>
          <p:nvPr>
            <p:ph type="title"/>
          </p:nvPr>
        </p:nvSpPr>
        <p:spPr/>
        <p:txBody>
          <a:bodyPr anchor="t"/>
          <a:lstStyle>
            <a:lvl1pPr algn="l">
              <a:defRPr sz="4000" b="1" cap="all"/>
            </a:lvl1pPr>
          </a:lstStyle>
          <a:p>
            <a:r>
              <a:rPr lang="en-US" smtClean="0"/>
              <a:t>Click to edit Master title style</a:t>
            </a:r>
            <a:endParaRPr lang="en-US"/>
          </a:p>
        </p:txBody>
      </p:sp>
      <p:sp>
        <p:nvSpPr>
          <p:cNvPr id="3" name="Text Placeholder 2" title=""/>
          <p:cNvSpPr>
            <a:spLocks noGrp="1"/>
          </p:cNvSpPr>
          <p:nvPr>
            <p:ph type="body" idx="1"/>
          </p:nvPr>
        </p:nvSpPr>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r>
              <a:rPr lang="en-US" smtClean="0"/>
              <a:t>Click to edit Master text styles</a:t>
            </a:r>
          </a:p>
        </p:txBody>
      </p:sp>
      <p:sp>
        <p:nvSpPr>
          <p:cNvPr id="4" name="Date Placeholder 3" title=""/>
          <p:cNvSpPr>
            <a:spLocks noGrp="1"/>
          </p:cNvSpPr>
          <p:nvPr>
            <p:ph type="dt" sz="half" idx="2"/>
          </p:nvPr>
        </p:nvSpPr>
        <p:spPr/>
        <p:txBody>
          <a:bodyPr/>
          <a:lstStyle/>
          <a:p>
            <a:fld id="{70F9314F-39E3-4316-8B3F-B7E9246992CC}" type="datetimeFigureOut">
              <a:rPr lang="en-US" smtClean="0"/>
              <a:t>11/7/2009</a:t>
            </a:fld>
            <a:endParaRPr lang="en-US"/>
          </a:p>
        </p:txBody>
      </p:sp>
      <p:sp>
        <p:nvSpPr>
          <p:cNvPr id="5" name="Footer Placeholder 4" title=""/>
          <p:cNvSpPr txBox="1">
            <a:spLocks noGrp="1"/>
          </p:cNvSpPr>
          <p:nvPr>
            <p:ph type="ftr" sz="quarter" idx="3"/>
          </p:nvPr>
        </p:nvSpPr>
        <p:spPr/>
        <p:txBody>
          <a:bodyPr/>
          <a:lstStyle/>
          <a:p>
            <a:r>
              <a:rPr lang="en-US"/>
              <a:t>Confidential - Customer Success Analysis</a:t>
            </a:r>
          </a:p>
        </p:txBody>
      </p:sp>
      <p:sp>
        <p:nvSpPr>
          <p:cNvPr id="6" name="Slide Number Placeholder 5" title=""/>
          <p:cNvSpPr>
            <a:spLocks noGrp="1"/>
          </p:cNvSpPr>
          <p:nvPr>
            <p:ph type="sldNum" sz="quarter" idx="4"/>
          </p:nvPr>
        </p:nvSpPr>
        <p:spPr/>
        <p:txBody>
          <a:bodyPr/>
          <a:lstStyle/>
          <a:p>
            <a:fld id="{93AE1883-0942-4AA3-9DB2-9C7C3A0314B1}" type="slidenum">
              <a:rPr lang="en-US" smtClean="0"/>
              <a:t>‹#›</a:t>
            </a:fld>
            <a:endParaRPr lang="en-US"/>
          </a:p>
        </p:txBody>
      </p:sp>
    </p:spTree>
  </p:cSld>
  <p:clrMapOvr>
    <a:masterClrMapping/>
  </p:clrMapOvr>
  <p:transition/>
  <p:timing/>
</p:sldLayout>
</file>

<file path=ppt/slideLayouts/slideLayout4.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twoObj" preserve="1">
  <p:cSld name="Two Content">
    <p:spTree>
      <p:nvGrpSpPr>
        <p:cNvPr id="1" name="" title=""/>
        <p:cNvGrpSpPr/>
        <p:nvPr/>
      </p:nvGrpSpPr>
      <p:grpSpPr>
        <a:xfrm>
          <a:off x="0" y="0"/>
          <a:ext cx="0" cy="0"/>
        </a:xfrm>
      </p:grpSpPr>
      <p:sp>
        <p:nvSpPr>
          <p:cNvPr id="2" name="Title 1" title=""/>
          <p:cNvSpPr>
            <a:spLocks noGrp="1"/>
          </p:cNvSpPr>
          <p:nvPr>
            <p:ph type="title"/>
          </p:nvPr>
        </p:nvSpPr>
        <p:spPr/>
        <p:txBody>
          <a:bodyPr/>
          <a:lstStyle/>
          <a:p>
            <a:r>
              <a:rPr lang="en-US" smtClean="0"/>
              <a:t>Click to edit Master title style</a:t>
            </a:r>
            <a:endParaRPr lang="en-US"/>
          </a:p>
        </p:txBody>
      </p:sp>
      <p:sp>
        <p:nvSpPr>
          <p:cNvPr id="3" name="Content Placeholder 2" title=""/>
          <p:cNvSpPr>
            <a:spLocks noGrp="1"/>
          </p:cNvSpPr>
          <p:nvPr>
            <p:ph sz="half" idx="1"/>
          </p:nvPr>
        </p:nvSpPr>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title=""/>
          <p:cNvSpPr>
            <a:spLocks noGrp="1"/>
          </p:cNvSpPr>
          <p:nvPr>
            <p:ph sz="half" idx="2"/>
          </p:nvPr>
        </p:nvSpPr>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title=""/>
          <p:cNvSpPr>
            <a:spLocks noGrp="1"/>
          </p:cNvSpPr>
          <p:nvPr>
            <p:ph type="dt" sz="half" idx="3"/>
          </p:nvPr>
        </p:nvSpPr>
        <p:spPr/>
        <p:txBody>
          <a:bodyPr/>
          <a:lstStyle/>
          <a:p>
            <a:fld id="{BDD842FB-8C71-427E-ADE1-3C7CE54D8DD2}" type="datetimeFigureOut">
              <a:rPr lang="en-US" smtClean="0"/>
              <a:t>11/7/2009</a:t>
            </a:fld>
            <a:endParaRPr lang="en-US"/>
          </a:p>
        </p:txBody>
      </p:sp>
      <p:sp>
        <p:nvSpPr>
          <p:cNvPr id="6" name="Footer Placeholder 5" title=""/>
          <p:cNvSpPr txBox="1">
            <a:spLocks noGrp="1"/>
          </p:cNvSpPr>
          <p:nvPr>
            <p:ph type="ftr" sz="quarter" idx="4"/>
          </p:nvPr>
        </p:nvSpPr>
        <p:spPr/>
        <p:txBody>
          <a:bodyPr/>
          <a:lstStyle/>
          <a:p>
            <a:r>
              <a:rPr lang="en-US"/>
              <a:t>Confidential - Customer Success Analysis</a:t>
            </a:r>
          </a:p>
        </p:txBody>
      </p:sp>
      <p:sp>
        <p:nvSpPr>
          <p:cNvPr id="7" name="Slide Number Placeholder 6" title=""/>
          <p:cNvSpPr>
            <a:spLocks noGrp="1"/>
          </p:cNvSpPr>
          <p:nvPr>
            <p:ph type="sldNum" sz="quarter" idx="5"/>
          </p:nvPr>
        </p:nvSpPr>
        <p:spPr/>
        <p:txBody>
          <a:bodyPr/>
          <a:lstStyle/>
          <a:p>
            <a:fld id="{93AE1883-0942-4AA3-9DB2-9C7C3A0314B1}" type="slidenum">
              <a:rPr lang="en-US" smtClean="0"/>
              <a:t>‹#›</a:t>
            </a:fld>
            <a:endParaRPr lang="en-US"/>
          </a:p>
        </p:txBody>
      </p:sp>
    </p:spTree>
  </p:cSld>
  <p:clrMapOvr>
    <a:masterClrMapping/>
  </p:clrMapOvr>
  <p:transition/>
  <p:timing/>
</p:sldLayout>
</file>

<file path=ppt/slideLayouts/slideLayout5.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twoTxTwoObj" preserve="1">
  <p:cSld name="Comparison">
    <p:spTree>
      <p:nvGrpSpPr>
        <p:cNvPr id="1" name="" title=""/>
        <p:cNvGrpSpPr/>
        <p:nvPr/>
      </p:nvGrpSpPr>
      <p:grpSpPr>
        <a:xfrm>
          <a:off x="0" y="0"/>
          <a:ext cx="0" cy="0"/>
        </a:xfrm>
      </p:grpSpPr>
      <p:sp>
        <p:nvSpPr>
          <p:cNvPr id="2" name="Title 1" title=""/>
          <p:cNvSpPr>
            <a:spLocks noGrp="1"/>
          </p:cNvSpPr>
          <p:nvPr>
            <p:ph type="title"/>
          </p:nvPr>
        </p:nvSpPr>
        <p:spPr/>
        <p:txBody>
          <a:bodyPr/>
          <a:lstStyle/>
          <a:p>
            <a:r>
              <a:rPr lang="en-US" smtClean="0"/>
              <a:t>Click to edit Master title style</a:t>
            </a:r>
            <a:endParaRPr lang="en-US"/>
          </a:p>
        </p:txBody>
      </p:sp>
      <p:sp>
        <p:nvSpPr>
          <p:cNvPr id="3" name="Text Placeholder 2" title=""/>
          <p:cNvSpPr>
            <a:spLocks noGrp="1"/>
          </p:cNvSpPr>
          <p:nvPr>
            <p:ph type="body" idx="1"/>
          </p:nvPr>
        </p:nvSpPr>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en-US" smtClean="0"/>
              <a:t>Click to edit Master text styles</a:t>
            </a:r>
          </a:p>
        </p:txBody>
      </p:sp>
      <p:sp>
        <p:nvSpPr>
          <p:cNvPr id="4" name="Content Placeholder 3" title=""/>
          <p:cNvSpPr>
            <a:spLocks noGrp="1"/>
          </p:cNvSpPr>
          <p:nvPr>
            <p:ph sz="half" idx="2"/>
          </p:nvPr>
        </p:nvSpPr>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title=""/>
          <p:cNvSpPr>
            <a:spLocks noGrp="1"/>
          </p:cNvSpPr>
          <p:nvPr>
            <p:ph type="body" sz="quarter" idx="3"/>
          </p:nvPr>
        </p:nvSpPr>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en-US" smtClean="0"/>
              <a:t>Click to edit Master text styles</a:t>
            </a:r>
          </a:p>
        </p:txBody>
      </p:sp>
      <p:sp>
        <p:nvSpPr>
          <p:cNvPr id="6" name="Content Placeholder 5" title=""/>
          <p:cNvSpPr>
            <a:spLocks noGrp="1"/>
          </p:cNvSpPr>
          <p:nvPr>
            <p:ph sz="quarter" idx="4"/>
          </p:nvPr>
        </p:nvSpPr>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title=""/>
          <p:cNvSpPr>
            <a:spLocks noGrp="1"/>
          </p:cNvSpPr>
          <p:nvPr>
            <p:ph type="dt" sz="half" idx="5"/>
          </p:nvPr>
        </p:nvSpPr>
        <p:spPr/>
        <p:txBody>
          <a:bodyPr/>
          <a:lstStyle/>
          <a:p>
            <a:fld id="{92458DEC-0089-438A-8043-BC4BC858CA27}" type="datetimeFigureOut">
              <a:rPr lang="en-US" smtClean="0"/>
              <a:t>11/7/2009</a:t>
            </a:fld>
            <a:endParaRPr lang="en-US"/>
          </a:p>
        </p:txBody>
      </p:sp>
      <p:sp>
        <p:nvSpPr>
          <p:cNvPr id="8" name="Footer Placeholder 7" title=""/>
          <p:cNvSpPr txBox="1">
            <a:spLocks noGrp="1"/>
          </p:cNvSpPr>
          <p:nvPr>
            <p:ph type="ftr" sz="quarter" idx="6"/>
          </p:nvPr>
        </p:nvSpPr>
        <p:spPr/>
        <p:txBody>
          <a:bodyPr/>
          <a:lstStyle/>
          <a:p>
            <a:r>
              <a:rPr lang="en-US"/>
              <a:t>Confidential - Customer Success Analysis</a:t>
            </a:r>
          </a:p>
        </p:txBody>
      </p:sp>
      <p:sp>
        <p:nvSpPr>
          <p:cNvPr id="9" name="Slide Number Placeholder 8" title=""/>
          <p:cNvSpPr>
            <a:spLocks noGrp="1"/>
          </p:cNvSpPr>
          <p:nvPr>
            <p:ph type="sldNum" sz="quarter" idx="7"/>
          </p:nvPr>
        </p:nvSpPr>
        <p:spPr/>
        <p:txBody>
          <a:bodyPr/>
          <a:lstStyle/>
          <a:p>
            <a:fld id="{93AE1883-0942-4AA3-9DB2-9C7C3A0314B1}" type="slidenum">
              <a:rPr lang="en-US" smtClean="0"/>
              <a:t>‹#›</a:t>
            </a:fld>
            <a:endParaRPr lang="en-US"/>
          </a:p>
        </p:txBody>
      </p:sp>
    </p:spTree>
  </p:cSld>
  <p:clrMapOvr>
    <a:masterClrMapping/>
  </p:clrMapOvr>
  <p:transition/>
  <p:timing/>
</p:sldLayout>
</file>

<file path=ppt/slideLayouts/slideLayout6.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titleOnly" preserve="1">
  <p:cSld name="Title Only">
    <p:spTree>
      <p:nvGrpSpPr>
        <p:cNvPr id="1" name="" title=""/>
        <p:cNvGrpSpPr/>
        <p:nvPr/>
      </p:nvGrpSpPr>
      <p:grpSpPr>
        <a:xfrm>
          <a:off x="0" y="0"/>
          <a:ext cx="0" cy="0"/>
        </a:xfrm>
      </p:grpSpPr>
      <p:sp>
        <p:nvSpPr>
          <p:cNvPr id="2" name="Title 1" title=""/>
          <p:cNvSpPr>
            <a:spLocks noGrp="1"/>
          </p:cNvSpPr>
          <p:nvPr>
            <p:ph type="title"/>
          </p:nvPr>
        </p:nvSpPr>
        <p:spPr/>
        <p:txBody>
          <a:bodyPr/>
          <a:lstStyle/>
          <a:p>
            <a:r>
              <a:rPr lang="en-US" smtClean="0"/>
              <a:t>Click to edit Master title style</a:t>
            </a:r>
            <a:endParaRPr lang="en-US"/>
          </a:p>
        </p:txBody>
      </p:sp>
      <p:sp>
        <p:nvSpPr>
          <p:cNvPr id="3" name="Date Placeholder 2" title=""/>
          <p:cNvSpPr>
            <a:spLocks noGrp="1"/>
          </p:cNvSpPr>
          <p:nvPr>
            <p:ph type="dt" sz="half" idx="1"/>
          </p:nvPr>
        </p:nvSpPr>
        <p:spPr/>
        <p:txBody>
          <a:bodyPr/>
          <a:lstStyle/>
          <a:p>
            <a:fld id="{D3C47DD1-16CA-482D-A281-563509B1C18A}" type="datetimeFigureOut">
              <a:rPr lang="en-US" smtClean="0"/>
              <a:t>11/7/2009</a:t>
            </a:fld>
            <a:endParaRPr lang="en-US"/>
          </a:p>
        </p:txBody>
      </p:sp>
      <p:sp>
        <p:nvSpPr>
          <p:cNvPr id="4" name="Footer Placeholder 3" title=""/>
          <p:cNvSpPr txBox="1">
            <a:spLocks noGrp="1"/>
          </p:cNvSpPr>
          <p:nvPr>
            <p:ph type="ftr" sz="quarter" idx="2"/>
          </p:nvPr>
        </p:nvSpPr>
        <p:spPr/>
        <p:txBody>
          <a:bodyPr/>
          <a:lstStyle/>
          <a:p>
            <a:r>
              <a:rPr lang="en-US"/>
              <a:t>Confidential - Customer Success Analysis</a:t>
            </a:r>
          </a:p>
        </p:txBody>
      </p:sp>
      <p:sp>
        <p:nvSpPr>
          <p:cNvPr id="5" name="Slide Number Placeholder 4" title=""/>
          <p:cNvSpPr>
            <a:spLocks noGrp="1"/>
          </p:cNvSpPr>
          <p:nvPr>
            <p:ph type="sldNum" sz="quarter" idx="3"/>
          </p:nvPr>
        </p:nvSpPr>
        <p:spPr/>
        <p:txBody>
          <a:bodyPr/>
          <a:lstStyle/>
          <a:p>
            <a:fld id="{93AE1883-0942-4AA3-9DB2-9C7C3A0314B1}" type="slidenum">
              <a:rPr lang="en-US" smtClean="0"/>
              <a:t>‹#›</a:t>
            </a:fld>
            <a:endParaRPr lang="en-US"/>
          </a:p>
        </p:txBody>
      </p:sp>
    </p:spTree>
  </p:cSld>
  <p:clrMapOvr>
    <a:masterClrMapping/>
  </p:clrMapOvr>
  <p:transition/>
  <p:timing/>
</p:sldLayout>
</file>

<file path=ppt/slideLayouts/slideLayout7.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blank" preserve="1">
  <p:cSld name="Blank">
    <p:spTree>
      <p:nvGrpSpPr>
        <p:cNvPr id="1" name="" title=""/>
        <p:cNvGrpSpPr/>
        <p:nvPr/>
      </p:nvGrpSpPr>
      <p:grpSpPr>
        <a:xfrm>
          <a:off x="0" y="0"/>
          <a:ext cx="0" cy="0"/>
        </a:xfrm>
      </p:grpSpPr>
      <p:sp>
        <p:nvSpPr>
          <p:cNvPr id="2" name="Date Placeholder 1" title=""/>
          <p:cNvSpPr>
            <a:spLocks noGrp="1"/>
          </p:cNvSpPr>
          <p:nvPr>
            <p:ph type="dt" sz="half"/>
          </p:nvPr>
        </p:nvSpPr>
        <p:spPr/>
        <p:txBody>
          <a:bodyPr/>
          <a:lstStyle/>
          <a:p>
            <a:fld id="{E42F246F-7D43-426B-BC09-F24D616A6134}" type="datetimeFigureOut">
              <a:rPr lang="en-US" smtClean="0"/>
              <a:t>11/7/2009</a:t>
            </a:fld>
            <a:endParaRPr lang="en-US"/>
          </a:p>
        </p:txBody>
      </p:sp>
      <p:sp>
        <p:nvSpPr>
          <p:cNvPr id="3" name="Footer Placeholder 2" title=""/>
          <p:cNvSpPr txBox="1">
            <a:spLocks noGrp="1"/>
          </p:cNvSpPr>
          <p:nvPr>
            <p:ph type="ftr" sz="quarter" idx="1"/>
          </p:nvPr>
        </p:nvSpPr>
        <p:spPr/>
        <p:txBody>
          <a:bodyPr/>
          <a:lstStyle/>
          <a:p>
            <a:r>
              <a:rPr lang="en-US"/>
              <a:t>Confidential - Customer Success Analysis</a:t>
            </a:r>
          </a:p>
        </p:txBody>
      </p:sp>
      <p:sp>
        <p:nvSpPr>
          <p:cNvPr id="4" name="Slide Number Placeholder 3" title=""/>
          <p:cNvSpPr>
            <a:spLocks noGrp="1"/>
          </p:cNvSpPr>
          <p:nvPr>
            <p:ph type="sldNum" sz="quarter" idx="2"/>
          </p:nvPr>
        </p:nvSpPr>
        <p:spPr/>
        <p:txBody>
          <a:bodyPr/>
          <a:lstStyle/>
          <a:p>
            <a:fld id="{93AE1883-0942-4AA3-9DB2-9C7C3A0314B1}" type="slidenum">
              <a:rPr lang="en-US" smtClean="0"/>
              <a:t>‹#›</a:t>
            </a:fld>
            <a:endParaRPr lang="en-US"/>
          </a:p>
        </p:txBody>
      </p:sp>
    </p:spTree>
  </p:cSld>
  <p:clrMapOvr>
    <a:masterClrMapping/>
  </p:clrMapOvr>
  <p:transition/>
  <p:timing/>
</p:sldLayout>
</file>

<file path=ppt/slideLayouts/slideLayout8.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objTx" preserve="1">
  <p:cSld name="Content with Caption">
    <p:spTree>
      <p:nvGrpSpPr>
        <p:cNvPr id="1" name="" title=""/>
        <p:cNvGrpSpPr/>
        <p:nvPr/>
      </p:nvGrpSpPr>
      <p:grpSpPr>
        <a:xfrm>
          <a:off x="0" y="0"/>
          <a:ext cx="0" cy="0"/>
        </a:xfrm>
      </p:grpSpPr>
      <p:sp>
        <p:nvSpPr>
          <p:cNvPr id="2" name="Title 1" title=""/>
          <p:cNvSpPr>
            <a:spLocks noGrp="1"/>
          </p:cNvSpPr>
          <p:nvPr>
            <p:ph type="title"/>
          </p:nvPr>
        </p:nvSpPr>
        <p:spPr/>
        <p:txBody>
          <a:bodyPr anchor="b"/>
          <a:lstStyle>
            <a:lvl1pPr algn="l">
              <a:defRPr sz="2000" b="1"/>
            </a:lvl1pPr>
          </a:lstStyle>
          <a:p>
            <a:r>
              <a:rPr lang="en-US" smtClean="0"/>
              <a:t>Click to edit Master title style</a:t>
            </a:r>
            <a:endParaRPr lang="en-US"/>
          </a:p>
        </p:txBody>
      </p:sp>
      <p:sp>
        <p:nvSpPr>
          <p:cNvPr id="3" name="Content Placeholder 2" title=""/>
          <p:cNvSpPr>
            <a:spLocks noGrp="1"/>
          </p:cNvSpPr>
          <p:nvPr>
            <p:ph idx="1"/>
          </p:nvPr>
        </p:nvSpPr>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title=""/>
          <p:cNvSpPr>
            <a:spLocks noGrp="1"/>
          </p:cNvSpPr>
          <p:nvPr>
            <p:ph type="body" sz="half" idx="2"/>
          </p:nvPr>
        </p:nvSpPr>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r>
              <a:rPr lang="en-US" smtClean="0"/>
              <a:t>Click to edit Master text styles</a:t>
            </a:r>
          </a:p>
        </p:txBody>
      </p:sp>
      <p:sp>
        <p:nvSpPr>
          <p:cNvPr id="5" name="Date Placeholder 4" title=""/>
          <p:cNvSpPr>
            <a:spLocks noGrp="1"/>
          </p:cNvSpPr>
          <p:nvPr>
            <p:ph type="dt" sz="half" idx="3"/>
          </p:nvPr>
        </p:nvSpPr>
        <p:spPr/>
        <p:txBody>
          <a:bodyPr/>
          <a:lstStyle/>
          <a:p>
            <a:fld id="{C1E6DEF1-5B5D-4E8F-B9F9-A1BE699F5197}" type="datetimeFigureOut">
              <a:rPr lang="en-US" smtClean="0"/>
              <a:t>11/7/2009</a:t>
            </a:fld>
            <a:endParaRPr lang="en-US"/>
          </a:p>
        </p:txBody>
      </p:sp>
      <p:sp>
        <p:nvSpPr>
          <p:cNvPr id="6" name="Footer Placeholder 5" title=""/>
          <p:cNvSpPr txBox="1">
            <a:spLocks noGrp="1"/>
          </p:cNvSpPr>
          <p:nvPr>
            <p:ph type="ftr" sz="quarter" idx="4"/>
          </p:nvPr>
        </p:nvSpPr>
        <p:spPr/>
        <p:txBody>
          <a:bodyPr/>
          <a:lstStyle/>
          <a:p>
            <a:r>
              <a:rPr lang="en-US"/>
              <a:t>Confidential - Customer Success Analysis</a:t>
            </a:r>
          </a:p>
        </p:txBody>
      </p:sp>
      <p:sp>
        <p:nvSpPr>
          <p:cNvPr id="7" name="Slide Number Placeholder 6" title=""/>
          <p:cNvSpPr>
            <a:spLocks noGrp="1"/>
          </p:cNvSpPr>
          <p:nvPr>
            <p:ph type="sldNum" sz="quarter" idx="5"/>
          </p:nvPr>
        </p:nvSpPr>
        <p:spPr/>
        <p:txBody>
          <a:bodyPr/>
          <a:lstStyle/>
          <a:p>
            <a:fld id="{93AE1883-0942-4AA3-9DB2-9C7C3A0314B1}" type="slidenum">
              <a:rPr lang="en-US" smtClean="0"/>
              <a:t>‹#›</a:t>
            </a:fld>
            <a:endParaRPr lang="en-US"/>
          </a:p>
        </p:txBody>
      </p:sp>
    </p:spTree>
  </p:cSld>
  <p:clrMapOvr>
    <a:masterClrMapping/>
  </p:clrMapOvr>
  <p:transition/>
  <p:timing/>
</p:sldLayout>
</file>

<file path=ppt/slideLayouts/slideLayout9.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picTx" preserve="1">
  <p:cSld name="Picture with Caption">
    <p:spTree>
      <p:nvGrpSpPr>
        <p:cNvPr id="1" name="" title=""/>
        <p:cNvGrpSpPr/>
        <p:nvPr/>
      </p:nvGrpSpPr>
      <p:grpSpPr>
        <a:xfrm>
          <a:off x="0" y="0"/>
          <a:ext cx="0" cy="0"/>
        </a:xfrm>
      </p:grpSpPr>
      <p:sp>
        <p:nvSpPr>
          <p:cNvPr id="2" name="Title 1" title=""/>
          <p:cNvSpPr>
            <a:spLocks noGrp="1"/>
          </p:cNvSpPr>
          <p:nvPr>
            <p:ph type="title"/>
          </p:nvPr>
        </p:nvSpPr>
        <p:spPr/>
        <p:txBody>
          <a:bodyPr anchor="b"/>
          <a:lstStyle>
            <a:lvl1pPr algn="l">
              <a:defRPr sz="2000" b="1"/>
            </a:lvl1pPr>
          </a:lstStyle>
          <a:p>
            <a:r>
              <a:rPr lang="en-US" smtClean="0"/>
              <a:t>Click to edit Master title style</a:t>
            </a:r>
            <a:endParaRPr lang="en-US"/>
          </a:p>
        </p:txBody>
      </p:sp>
      <p:sp>
        <p:nvSpPr>
          <p:cNvPr id="3" name="Picture Placeholder 2" title=""/>
          <p:cNvSpPr>
            <a:spLocks noGrp="1"/>
          </p:cNvSpPr>
          <p:nvPr>
            <p:ph type="pic" idx="1"/>
          </p:nvPr>
        </p:nvSpPr>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title=""/>
          <p:cNvSpPr>
            <a:spLocks noGrp="1"/>
          </p:cNvSpPr>
          <p:nvPr>
            <p:ph type="body" sz="half" idx="2"/>
          </p:nvPr>
        </p:nvSpPr>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r>
              <a:rPr lang="en-US" smtClean="0"/>
              <a:t>Click to edit Master text styles</a:t>
            </a:r>
          </a:p>
        </p:txBody>
      </p:sp>
      <p:sp>
        <p:nvSpPr>
          <p:cNvPr id="5" name="Date Placeholder 4" title=""/>
          <p:cNvSpPr>
            <a:spLocks noGrp="1"/>
          </p:cNvSpPr>
          <p:nvPr>
            <p:ph type="dt" sz="half" idx="3"/>
          </p:nvPr>
        </p:nvSpPr>
        <p:spPr/>
        <p:txBody>
          <a:bodyPr/>
          <a:lstStyle/>
          <a:p>
            <a:fld id="{74C7DB49-F33E-4A1D-9969-370A28D326B0}" type="datetimeFigureOut">
              <a:rPr lang="en-US" smtClean="0"/>
              <a:t>11/7/2009</a:t>
            </a:fld>
            <a:endParaRPr lang="en-US"/>
          </a:p>
        </p:txBody>
      </p:sp>
      <p:sp>
        <p:nvSpPr>
          <p:cNvPr id="6" name="Footer Placeholder 5" title=""/>
          <p:cNvSpPr txBox="1">
            <a:spLocks noGrp="1"/>
          </p:cNvSpPr>
          <p:nvPr>
            <p:ph type="ftr" sz="quarter" idx="4"/>
          </p:nvPr>
        </p:nvSpPr>
        <p:spPr/>
        <p:txBody>
          <a:bodyPr/>
          <a:lstStyle/>
          <a:p>
            <a:r>
              <a:rPr lang="en-US"/>
              <a:t>Confidential - Customer Success Analysis</a:t>
            </a:r>
          </a:p>
        </p:txBody>
      </p:sp>
      <p:sp>
        <p:nvSpPr>
          <p:cNvPr id="7" name="Slide Number Placeholder 6" title=""/>
          <p:cNvSpPr>
            <a:spLocks noGrp="1"/>
          </p:cNvSpPr>
          <p:nvPr>
            <p:ph type="sldNum" sz="quarter" idx="5"/>
          </p:nvPr>
        </p:nvSpPr>
        <p:spPr/>
        <p:txBody>
          <a:bodyPr/>
          <a:lstStyle/>
          <a:p>
            <a:fld id="{93AE1883-0942-4AA3-9DB2-9C7C3A0314B1}" type="slidenum">
              <a:rPr lang="en-US" smtClean="0"/>
              <a:t>‹#›</a:t>
            </a:fld>
            <a:endParaRPr lang="en-US"/>
          </a:p>
        </p:txBody>
      </p:sp>
    </p:spTree>
  </p:cSld>
  <p:clrMapOvr>
    <a:masterClrMapping/>
  </p:clrMapOvr>
  <p:transition/>
  <p:timing/>
</p:sldLayout>
</file>

<file path=ppt/slideLayouts/slideLayout10.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vertTx" preserve="1">
  <p:cSld name="Title and Vertical Text">
    <p:spTree>
      <p:nvGrpSpPr>
        <p:cNvPr id="1" name="" title=""/>
        <p:cNvGrpSpPr/>
        <p:nvPr/>
      </p:nvGrpSpPr>
      <p:grpSpPr>
        <a:xfrm>
          <a:off x="0" y="0"/>
          <a:ext cx="0" cy="0"/>
        </a:xfrm>
      </p:grpSpPr>
      <p:sp>
        <p:nvSpPr>
          <p:cNvPr id="2" name="Title 1" title=""/>
          <p:cNvSpPr>
            <a:spLocks noGrp="1"/>
          </p:cNvSpPr>
          <p:nvPr>
            <p:ph type="title"/>
          </p:nvPr>
        </p:nvSpPr>
        <p:spPr/>
        <p:txBody>
          <a:bodyPr/>
          <a:lstStyle/>
          <a:p>
            <a:r>
              <a:rPr lang="en-US" smtClean="0"/>
              <a:t>Click to edit Master title style</a:t>
            </a:r>
            <a:endParaRPr lang="en-US"/>
          </a:p>
        </p:txBody>
      </p:sp>
      <p:sp>
        <p:nvSpPr>
          <p:cNvPr id="3" name="Vertical Text Placeholder 2" title=""/>
          <p:cNvSpPr>
            <a:spLocks noGrp="1"/>
          </p:cNvSpPr>
          <p:nvPr>
            <p:ph type="body" orient="vert" idx="1"/>
          </p:nvPr>
        </p:nvSpPr>
        <p:spPr/>
        <p:txBody>
          <a:bodyPr vert="eaVert"/>
          <a:lstStyle/>
          <a:p>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title=""/>
          <p:cNvSpPr>
            <a:spLocks noGrp="1"/>
          </p:cNvSpPr>
          <p:nvPr>
            <p:ph type="dt" sz="half" idx="2"/>
          </p:nvPr>
        </p:nvSpPr>
        <p:spPr/>
        <p:txBody>
          <a:bodyPr/>
          <a:lstStyle/>
          <a:p>
            <a:fld id="{EDB0A5FE-7E5E-4528-AED7-3E455CC0E852}" type="datetimeFigureOut">
              <a:rPr lang="en-US" smtClean="0"/>
              <a:t>11/7/2009</a:t>
            </a:fld>
            <a:endParaRPr lang="en-US"/>
          </a:p>
        </p:txBody>
      </p:sp>
      <p:sp>
        <p:nvSpPr>
          <p:cNvPr id="5" name="Footer Placeholder 4" title=""/>
          <p:cNvSpPr txBox="1">
            <a:spLocks noGrp="1"/>
          </p:cNvSpPr>
          <p:nvPr>
            <p:ph type="ftr" sz="quarter" idx="3"/>
          </p:nvPr>
        </p:nvSpPr>
        <p:spPr/>
        <p:txBody>
          <a:bodyPr/>
          <a:lstStyle/>
          <a:p>
            <a:r>
              <a:rPr lang="en-US"/>
              <a:t>Confidential - Customer Success Analysis</a:t>
            </a:r>
          </a:p>
        </p:txBody>
      </p:sp>
      <p:sp>
        <p:nvSpPr>
          <p:cNvPr id="6" name="Slide Number Placeholder 5" title=""/>
          <p:cNvSpPr>
            <a:spLocks noGrp="1"/>
          </p:cNvSpPr>
          <p:nvPr>
            <p:ph type="sldNum" sz="quarter" idx="4"/>
          </p:nvPr>
        </p:nvSpPr>
        <p:spPr/>
        <p:txBody>
          <a:bodyPr/>
          <a:lstStyle/>
          <a:p>
            <a:fld id="{93AE1883-0942-4AA3-9DB2-9C7C3A0314B1}" type="slidenum">
              <a:rPr lang="en-US" smtClean="0"/>
              <a:t>‹#›</a:t>
            </a:fld>
            <a:endParaRPr lang="en-US"/>
          </a:p>
        </p:txBody>
      </p:sp>
    </p:spTree>
  </p:cSld>
  <p:clrMapOvr>
    <a:masterClrMapping/>
  </p:clrMapOvr>
  <p:transition/>
  <p:timing/>
</p:sldLayout>
</file>

<file path=ppt/slideLayouts/slideLayout11.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vertTitleAndTx" preserve="1">
  <p:cSld name="Vertical Title and Text">
    <p:spTree>
      <p:nvGrpSpPr>
        <p:cNvPr id="1" name="" title=""/>
        <p:cNvGrpSpPr/>
        <p:nvPr/>
      </p:nvGrpSpPr>
      <p:grpSpPr>
        <a:xfrm>
          <a:off x="0" y="0"/>
          <a:ext cx="0" cy="0"/>
        </a:xfrm>
      </p:grpSpPr>
      <p:sp>
        <p:nvSpPr>
          <p:cNvPr id="2" name="Vertical Title 1" title=""/>
          <p:cNvSpPr>
            <a:spLocks noGrp="1"/>
          </p:cNvSpPr>
          <p:nvPr>
            <p:ph type="title" orient="vert"/>
          </p:nvPr>
        </p:nvSpPr>
        <p:spPr/>
        <p:txBody>
          <a:bodyPr vert="eaVert"/>
          <a:lstStyle/>
          <a:p>
            <a:r>
              <a:rPr lang="en-US" smtClean="0"/>
              <a:t>Click to edit Master title style</a:t>
            </a:r>
            <a:endParaRPr lang="en-US"/>
          </a:p>
        </p:txBody>
      </p:sp>
      <p:sp>
        <p:nvSpPr>
          <p:cNvPr id="3" name="Vertical Text Placeholder 2" title=""/>
          <p:cNvSpPr>
            <a:spLocks noGrp="1"/>
          </p:cNvSpPr>
          <p:nvPr>
            <p:ph type="body" orient="vert" idx="1"/>
          </p:nvPr>
        </p:nvSpPr>
        <p:spPr/>
        <p:txBody>
          <a:bodyPr vert="eaVert"/>
          <a:lstStyle/>
          <a:p>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title=""/>
          <p:cNvSpPr>
            <a:spLocks noGrp="1"/>
          </p:cNvSpPr>
          <p:nvPr>
            <p:ph type="dt" sz="half" idx="2"/>
          </p:nvPr>
        </p:nvSpPr>
        <p:spPr/>
        <p:txBody>
          <a:bodyPr/>
          <a:lstStyle/>
          <a:p>
            <a:fld id="{60E17223-37D9-420E-803E-0483C39E9431}" type="datetimeFigureOut">
              <a:rPr lang="en-US" smtClean="0"/>
              <a:t>11/7/2009</a:t>
            </a:fld>
            <a:endParaRPr lang="en-US"/>
          </a:p>
        </p:txBody>
      </p:sp>
      <p:sp>
        <p:nvSpPr>
          <p:cNvPr id="5" name="Footer Placeholder 4" title=""/>
          <p:cNvSpPr txBox="1">
            <a:spLocks noGrp="1"/>
          </p:cNvSpPr>
          <p:nvPr>
            <p:ph type="ftr" sz="quarter" idx="3"/>
          </p:nvPr>
        </p:nvSpPr>
        <p:spPr/>
        <p:txBody>
          <a:bodyPr/>
          <a:lstStyle/>
          <a:p>
            <a:r>
              <a:rPr lang="en-US"/>
              <a:t>Confidential - Customer Success Analysis</a:t>
            </a:r>
          </a:p>
        </p:txBody>
      </p:sp>
      <p:sp>
        <p:nvSpPr>
          <p:cNvPr id="6" name="Slide Number Placeholder 5" title=""/>
          <p:cNvSpPr>
            <a:spLocks noGrp="1"/>
          </p:cNvSpPr>
          <p:nvPr>
            <p:ph type="sldNum" sz="quarter" idx="4"/>
          </p:nvPr>
        </p:nvSpPr>
        <p:spPr/>
        <p:txBody>
          <a:bodyPr/>
          <a:lstStyle/>
          <a:p>
            <a:fld id="{93AE1883-0942-4AA3-9DB2-9C7C3A0314B1}" type="slidenum">
              <a:rPr lang="en-US" smtClean="0"/>
              <a:t>‹#›</a:t>
            </a:fld>
            <a:endParaRPr lang="en-US"/>
          </a:p>
        </p:txBody>
      </p:sp>
    </p:spTree>
  </p:cSld>
  <p:clrMapOvr>
    <a:masterClrMapping/>
  </p:clrMapOvr>
  <p:transition/>
  <p:timing/>
</p:sldLayout>
</file>

<file path=ppt/slideLayouts/slideLayout12.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reserve="1" userDrawn="1">
  <p:cSld name="Custom Layout">
    <p:spTree>
      <p:nvGrpSpPr>
        <p:cNvPr id="1" name=""/>
        <p:cNvGrpSpPr/>
        <p:nvPr/>
      </p:nvGrpSpPr>
      <p:grpSpPr>
        <a:xfrm>
          <a:off x="0" y="0"/>
          <a:ext cx="0" cy="0"/>
        </a:xfrm>
      </p:grpSpPr>
      <p:graphicFrame>
        <p:nvGraphicFramePr>
          <p:cNvPr id="3" name="think-cell data - do not delete" hidden="1">
            <a:extLst>
              <a:ext uri="{FF2B5EF4-FFF2-40B4-BE49-F238E27FC236}">
                <a16:creationId xmlns:a16="http://schemas.microsoft.com/office/drawing/2014/main" id="{7A240C25-78B6-A94D-2D5A-E0BF9D50AAB8}"/>
              </a:ext>
            </a:extLst>
          </p:cNvPr>
          <p:cNvGraphicFramePr>
            <a:graphicFrameLocks noChangeAspect="1"/>
          </p:cNvGraphicFramePr>
          <p:nvPr userDrawn="1">
            <p:custDataLst>
              <p:tags r:id="rId1"/>
            </p:custDataLst>
            <p:extLst>
              <p:ext uri="{D42A27DB-BD31-4B8C-83A1-F6EECF244321}">
                <p14:modId val="2797019399"/>
              </p:ext>
            </p:extLst>
          </p:nvPr>
        </p:nvGraphicFramePr>
        <p:xfrm>
          <a:off x="1191" y="1588"/>
          <a:ext cx="1191" cy="1588"/>
        </p:xfrm>
        <a:graphic>
          <a:graphicData uri="http://schemas.openxmlformats.org/presentationml/2006/ole">
            <mc:AlternateContent>
              <mc:Choice xmlns:v="urn:schemas-microsoft-com:vml" Requires="v">
                <p:oleObj spid="_x0000_s1038" name="think-cell Slide" r:id="rId2" imgW="484" imgH="486" progId="TCLayout.ActiveDocument.1">
                  <p:embed/>
                </p:oleObj>
              </mc:Choice>
              <mc:Fallback>
                <p:oleObj name="think-cell Slide" r:id="rId2" imgW="484" imgH="486" progId="TCLayout.ActiveDocument.1">
                  <p:embed/>
                  <p:pic>
                    <p:nvPicPr>
                      <p:cNvPr id="0" name="OLE substitute image"/>
                      <p:cNvPicPr/>
                      <p:nvPr/>
                    </p:nvPicPr>
                    <p:blipFill>
                      <a:blip r:embed="rId3"/>
                      <a:stretch>
                        <a:fillRect/>
                      </a:stretch>
                    </p:blipFill>
                    <p:spPr>
                      <a:xfrm>
                        <a:off x="1191" y="1588"/>
                        <a:ext cx="1191" cy="1588"/>
                      </a:xfrm>
                      <a:prstGeom prst="rect">
                        <a:avLst/>
                      </a:prstGeom>
                    </p:spPr>
                  </p:pic>
                </p:oleObj>
              </mc:Fallback>
            </mc:AlternateContent>
          </a:graphicData>
        </a:graphic>
      </p:graphicFrame>
      <p:pic>
        <p:nvPicPr>
          <p:cNvPr id="4" name="Image 1" descr="preencoded.png">
            <a:extLst>
              <a:ext uri="{FF2B5EF4-FFF2-40B4-BE49-F238E27FC236}">
                <a16:creationId xmlns:a16="http://schemas.microsoft.com/office/drawing/2014/main" id="{00F81130-039D-4AC8-B866-43A839BCBFA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059503" y="6106409"/>
            <a:ext cx="2256083" cy="667285"/>
          </a:xfrm>
          <a:prstGeom prst="rect">
            <a:avLst/>
          </a:prstGeom>
        </p:spPr>
      </p:pic>
      <p:pic>
        <p:nvPicPr>
          <p:cNvPr id="5" name="Image 2" descr="preencoded.png">
            <a:extLst>
              <a:ext uri="{FF2B5EF4-FFF2-40B4-BE49-F238E27FC236}">
                <a16:creationId xmlns:a16="http://schemas.microsoft.com/office/drawing/2014/main" id="{F7E34FC3-0FF1-4846-94B1-878F9EEF56BB}"/>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1059503" y="6106409"/>
            <a:ext cx="71540" cy="667285"/>
          </a:xfrm>
          <a:prstGeom prst="rect">
            <a:avLst/>
          </a:prstGeom>
        </p:spPr>
      </p:pic>
      <p:pic>
        <p:nvPicPr>
          <p:cNvPr id="6" name="Image 3" descr="preencoded.png">
            <a:extLst>
              <a:ext uri="{FF2B5EF4-FFF2-40B4-BE49-F238E27FC236}">
                <a16:creationId xmlns:a16="http://schemas.microsoft.com/office/drawing/2014/main" id="{38A0EA31-8070-495D-913B-315EF6DD70BA}"/>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0" y="9525000"/>
            <a:ext cx="13716000" cy="762000"/>
          </a:xfrm>
          <a:prstGeom prst="rect">
            <a:avLst/>
          </a:prstGeom>
        </p:spPr>
      </p:pic>
      <p:sp>
        <p:nvSpPr>
          <p:cNvPr id="16" name="Title 14">
            <a:extLst>
              <a:ext uri="{FF2B5EF4-FFF2-40B4-BE49-F238E27FC236}">
                <a16:creationId xmlns:a16="http://schemas.microsoft.com/office/drawing/2014/main" id="{FEE89223-FA74-4E31-8020-242F1A9222BC}"/>
              </a:ext>
            </a:extLst>
          </p:cNvPr>
          <p:cNvSpPr>
            <a:spLocks noGrp="1"/>
          </p:cNvSpPr>
          <p:nvPr>
            <p:ph type="title"/>
          </p:nvPr>
        </p:nvSpPr>
        <p:spPr>
          <a:xfrm>
            <a:off x="942975" y="3360582"/>
            <a:ext cx="11830050" cy="1989137"/>
          </a:xfrm>
          <a:prstGeom prst="rect">
            <a:avLst/>
          </a:prstGeom>
        </p:spPr>
        <p:txBody>
          <a:bodyPr vert="horz"/>
          <a:lstStyle>
            <a:lvl1pPr algn="l">
              <a:defRPr lang="en-US" sz="4613" b="1" kern="1200">
                <a:solidFill>
                  <a:srgbClr val="2C2C2C"/>
                </a:solidFill>
                <a:latin typeface="Century Gothic" panose="020b0502020202020204" pitchFamily="34" charset="0"/>
                <a:ea typeface="Century Gothic" panose="020b0502020202020204" pitchFamily="34" charset="0"/>
                <a:cs typeface="Poppins SemiBold" pitchFamily="34" charset="-120"/>
              </a:defRPr>
            </a:lvl1pPr>
          </a:lstStyle>
          <a:p>
            <a:r>
              <a:rPr lang="en-US"/>
              <a:t>Click to edit Master title style</a:t>
            </a:r>
          </a:p>
        </p:txBody>
      </p:sp>
      <p:sp>
        <p:nvSpPr>
          <p:cNvPr id="19" name="Text Placeholder 17">
            <a:extLst>
              <a:ext uri="{FF2B5EF4-FFF2-40B4-BE49-F238E27FC236}">
                <a16:creationId xmlns:a16="http://schemas.microsoft.com/office/drawing/2014/main" id="{8551FC9B-F991-438A-A8F4-25AC83353C3A}"/>
              </a:ext>
            </a:extLst>
          </p:cNvPr>
          <p:cNvSpPr>
            <a:spLocks noGrp="1"/>
          </p:cNvSpPr>
          <p:nvPr>
            <p:ph type="body" sz="quarter" idx="10" hasCustomPrompt="1"/>
          </p:nvPr>
        </p:nvSpPr>
        <p:spPr>
          <a:xfrm>
            <a:off x="1314450" y="6210301"/>
            <a:ext cx="1858057" cy="457200"/>
          </a:xfrm>
          <a:prstGeom prst="rect">
            <a:avLst/>
          </a:prstGeom>
        </p:spPr>
        <p:txBody>
          <a:bodyPr/>
          <a:lstStyle>
            <a:lvl1pPr marL="0" indent="0">
              <a:buNone/>
              <a:defRPr lang="en-US" sz="1800" kern="1200" smtClean="0">
                <a:solidFill>
                  <a:srgbClr val="FFFFFF"/>
                </a:solidFill>
                <a:latin typeface="Century Gothic" panose="020b0502020202020204" pitchFamily="34" charset="0"/>
                <a:ea typeface="Century Gothic" panose="020b0502020202020204" pitchFamily="34" charset="0"/>
                <a:cs typeface="Arial" pitchFamily="34" charset="0"/>
              </a:defRPr>
            </a:lvl1pPr>
            <a:lvl2pPr>
              <a:defRPr lang="en-US" sz="1800" kern="1200" smtClean="0">
                <a:solidFill>
                  <a:srgbClr val="FFFFFF"/>
                </a:solidFill>
                <a:latin typeface="Poppins Regular" pitchFamily="34" charset="0"/>
                <a:ea typeface="Poppins Regular" pitchFamily="34" charset="-122"/>
                <a:cs typeface="Poppins Regular" pitchFamily="34" charset="-120"/>
              </a:defRPr>
            </a:lvl2pPr>
            <a:lvl3pPr>
              <a:defRPr lang="en-US" sz="1800" kern="1200" smtClean="0">
                <a:solidFill>
                  <a:srgbClr val="FFFFFF"/>
                </a:solidFill>
                <a:latin typeface="Poppins Regular" pitchFamily="34" charset="0"/>
                <a:ea typeface="Poppins Regular" pitchFamily="34" charset="-122"/>
                <a:cs typeface="Poppins Regular" pitchFamily="34" charset="-120"/>
              </a:defRPr>
            </a:lvl3pPr>
            <a:lvl4pPr>
              <a:defRPr lang="en-US" sz="1800" kern="1200" smtClean="0">
                <a:solidFill>
                  <a:srgbClr val="FFFFFF"/>
                </a:solidFill>
                <a:latin typeface="Poppins Regular" pitchFamily="34" charset="0"/>
                <a:ea typeface="Poppins Regular" pitchFamily="34" charset="-122"/>
                <a:cs typeface="Poppins Regular" pitchFamily="34" charset="-120"/>
              </a:defRPr>
            </a:lvl4pPr>
            <a:lvl5pPr>
              <a:defRPr lang="en-US" sz="1800" kern="1200">
                <a:solidFill>
                  <a:srgbClr val="FFFFFF"/>
                </a:solidFill>
                <a:latin typeface="Poppins Regular" pitchFamily="34" charset="0"/>
                <a:ea typeface="Poppins Regular" pitchFamily="34" charset="-122"/>
                <a:cs typeface="Poppins Regular" pitchFamily="34" charset="-120"/>
              </a:defRPr>
            </a:lvl5pPr>
          </a:lstStyle>
          <a:p>
            <a:pPr lvl="0"/>
            <a:r>
              <a:rPr lang="en-US"/>
              <a:t>CLICK TO EDIT</a:t>
            </a:r>
          </a:p>
        </p:txBody>
      </p:sp>
      <p:sp>
        <p:nvSpPr>
          <p:cNvPr id="20" name="Slide Number Placeholder" title=""/>
          <p:cNvSpPr>
            <a:spLocks noGrp="1"/>
          </p:cNvSpPr>
          <p:nvPr>
            <p:ph type="sldNum" sz="quarter" idx="4"/>
          </p:nvPr>
        </p:nvSpPr>
        <p:spPr/>
        <p:txBody>
          <a:bodyPr vert="horz" lIns="91440" tIns="45720" rIns="91440" bIns="45720" rtlCol="0" anchor="ctr"/>
          <a:lstStyle>
            <a:lvl1pPr algn="r">
              <a:defRPr sz="1200">
                <a:solidFill>
                  <a:schemeClr val="tx1">
                    <a:tint val="75000"/>
                  </a:schemeClr>
                </a:solidFill>
              </a:defRPr>
            </a:lvl1pPr>
          </a:lstStyle>
          <a:p>
            <a:fld id="{656D471C-710E-414C-A042-8524FF994B3D}" type="slidenum">
              <a:rPr lang="en-US" smtClean="0"/>
              <a:t>‹#›</a:t>
            </a:fld>
            <a:endParaRPr lang="en-US"/>
          </a:p>
        </p:txBody>
      </p:sp>
      <p:sp>
        <p:nvSpPr>
          <p:cNvPr id="21" name="Footer Placeholder" title=""/>
          <p:cNvSpPr txBox="1">
            <a:spLocks noGrp="1"/>
          </p:cNvSpPr>
          <p:nvPr>
            <p:ph type="ftr" sz="quarter" idx="3"/>
          </p:nvPr>
        </p:nvSpPr>
        <p:spPr/>
        <p:txBody>
          <a:bodyPr vert="horz" lIns="91440" tIns="45720" rIns="91440" bIns="45720" rtlCol="0" anchor="ctr"/>
          <a:lstStyle>
            <a:lvl1pPr algn="ctr">
              <a:defRPr sz="1200">
                <a:solidFill>
                  <a:schemeClr val="tx1">
                    <a:tint val="75000"/>
                  </a:schemeClr>
                </a:solidFill>
              </a:defRPr>
            </a:lvl1pPr>
          </a:lstStyle>
          <a:p>
            <a:r>
              <a:rPr lang="en-US"/>
              <a:t>Confidential - Customer Success Analysis</a:t>
            </a:r>
          </a:p>
        </p:txBody>
      </p:sp>
    </p:spTree>
    <p:extLst>
      <p:ext uri="{BB962C8B-B14F-4D97-AF65-F5344CB8AC3E}">
        <p14:creationId val="2190535180"/>
      </p:ext>
    </p:extLst>
  </p:cSld>
  <p:clrMapOvr>
    <a:masterClrMapping/>
  </p:clrMapOvr>
  <p:transition/>
  <p:timing/>
</p:sldLayout>
</file>

<file path=ppt/slideLayouts/slideLayout13.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reserve="1" userDrawn="1">
  <p:cSld name="1_Custom Layout">
    <p:spTree>
      <p:nvGrpSpPr>
        <p:cNvPr id="1" name=""/>
        <p:cNvGrpSpPr/>
        <p:nvPr/>
      </p:nvGrpSpPr>
      <p:grpSpPr>
        <a:xfrm>
          <a:off x="0" y="0"/>
          <a:ext cx="0" cy="0"/>
        </a:xfrm>
      </p:grpSpPr>
      <p:sp>
        <p:nvSpPr>
          <p:cNvPr id="7" name="Do not remove" hidden="1">
            <a:extLst>
              <a:ext uri="{FF2B5EF4-FFF2-40B4-BE49-F238E27FC236}">
                <a16:creationId xmlns:a16="http://schemas.microsoft.com/office/drawing/2014/main" id="{FDFA31DA-70BF-8887-9B14-BE631010F9FD}"/>
              </a:ext>
            </a:extLst>
          </p:cNvPr>
          <p:cNvSpPr/>
          <p:nvPr userDrawn="1">
            <p:custDataLst>
              <p:tags r:id="rId1"/>
            </p:custDataLst>
          </p:nvPr>
        </p:nvSpPr>
        <p:spPr>
          <a:xfrm>
            <a:off x="0" y="0"/>
            <a:ext cx="9525"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sz="1350"/>
          </a:p>
        </p:txBody>
      </p:sp>
      <p:graphicFrame>
        <p:nvGraphicFramePr>
          <p:cNvPr id="15" name="think-cell data - do not delete" hidden="1">
            <a:extLst>
              <a:ext uri="{FF2B5EF4-FFF2-40B4-BE49-F238E27FC236}">
                <a16:creationId xmlns:a16="http://schemas.microsoft.com/office/drawing/2014/main" id="{D427DA0C-795C-08E7-B95F-972BEB874F99}"/>
              </a:ext>
            </a:extLst>
          </p:cNvPr>
          <p:cNvGraphicFramePr>
            <a:graphicFrameLocks noChangeAspect="1"/>
          </p:cNvGraphicFramePr>
          <p:nvPr userDrawn="1">
            <p:custDataLst>
              <p:tags r:id="rId2"/>
            </p:custDataLst>
            <p:extLst>
              <p:ext uri="{D42A27DB-BD31-4B8C-83A1-F6EECF244321}">
                <p14:modId val="3548965157"/>
              </p:ext>
            </p:extLst>
          </p:nvPr>
        </p:nvGraphicFramePr>
        <p:xfrm>
          <a:off x="1191" y="1588"/>
          <a:ext cx="1191" cy="1588"/>
        </p:xfrm>
        <a:graphic>
          <a:graphicData uri="http://schemas.openxmlformats.org/presentationml/2006/ole">
            <mc:AlternateContent>
              <mc:Choice xmlns:v="urn:schemas-microsoft-com:vml" Requires="v">
                <p:oleObj spid="_x0000_s1039" name="think-cell Slide" r:id="rId3" imgW="484" imgH="486" progId="TCLayout.ActiveDocument.1">
                  <p:embed/>
                </p:oleObj>
              </mc:Choice>
              <mc:Fallback>
                <p:oleObj name="think-cell Slide" r:id="rId3" imgW="484" imgH="486" progId="TCLayout.ActiveDocument.1">
                  <p:embed/>
                  <p:pic>
                    <p:nvPicPr>
                      <p:cNvPr id="0" name="OLE substitute image"/>
                      <p:cNvPicPr/>
                      <p:nvPr/>
                    </p:nvPicPr>
                    <p:blipFill>
                      <a:blip r:embed="rId4"/>
                      <a:stretch>
                        <a:fillRect/>
                      </a:stretch>
                    </p:blipFill>
                    <p:spPr>
                      <a:xfrm>
                        <a:off x="1191" y="1588"/>
                        <a:ext cx="1191" cy="1588"/>
                      </a:xfrm>
                      <a:prstGeom prst="rect">
                        <a:avLst/>
                      </a:prstGeom>
                    </p:spPr>
                  </p:pic>
                </p:oleObj>
              </mc:Fallback>
            </mc:AlternateContent>
          </a:graphicData>
        </a:graphic>
      </p:graphicFrame>
      <p:pic>
        <p:nvPicPr>
          <p:cNvPr id="25" name="Picture 24">
            <a:extLst>
              <a:ext uri="{FF2B5EF4-FFF2-40B4-BE49-F238E27FC236}">
                <a16:creationId xmlns:a16="http://schemas.microsoft.com/office/drawing/2014/main" id="{B4A5115A-4BF3-45BF-BE0B-7D6E8F5991B4}"/>
              </a:ext>
            </a:extLst>
          </p:cNvPr>
          <p:cNvPicPr>
            <a:picLocks noChangeAspect="1"/>
          </p:cNvPicPr>
          <p:nvPr userDrawn="1"/>
        </p:nvPicPr>
        <p:blipFill>
          <a:blip r:embed="rId5"/>
          <a:stretch>
            <a:fillRect/>
          </a:stretch>
        </p:blipFill>
        <p:spPr>
          <a:xfrm>
            <a:off x="0" y="0"/>
            <a:ext cx="13716000" cy="10287000"/>
          </a:xfrm>
          <a:prstGeom prst="rect">
            <a:avLst/>
          </a:prstGeom>
        </p:spPr>
      </p:pic>
      <p:pic>
        <p:nvPicPr>
          <p:cNvPr id="3" name="Image 0" descr="preencoded.png">
            <a:extLst>
              <a:ext uri="{FF2B5EF4-FFF2-40B4-BE49-F238E27FC236}">
                <a16:creationId xmlns:a16="http://schemas.microsoft.com/office/drawing/2014/main" id="{6EE0BBFC-F869-4DDB-9389-B8C1E4F4D756}"/>
              </a:ext>
            </a:extLst>
          </p:cNvPr>
          <p:cNvPicPr>
            <a:picLocks noChangeAspect="1"/>
          </p:cNvPicPr>
          <p:nvPr userDrawn="1"/>
        </p:nvPicPr>
        <p:blipFill>
          <a:blip r:embed="rId6"/>
          <a:stretch>
            <a:fillRect/>
          </a:stretch>
        </p:blipFill>
        <p:spPr>
          <a:xfrm>
            <a:off x="0" y="0"/>
            <a:ext cx="9979819" cy="10287000"/>
          </a:xfrm>
          <a:prstGeom prst="rect">
            <a:avLst/>
          </a:prstGeom>
        </p:spPr>
      </p:pic>
      <p:pic>
        <p:nvPicPr>
          <p:cNvPr id="4" name="Image 1" descr="preencoded.png">
            <a:extLst>
              <a:ext uri="{FF2B5EF4-FFF2-40B4-BE49-F238E27FC236}">
                <a16:creationId xmlns:a16="http://schemas.microsoft.com/office/drawing/2014/main" id="{D3AAE6C0-02C5-4462-8FCD-9773A7CEDCD2}"/>
              </a:ext>
            </a:extLst>
          </p:cNvPr>
          <p:cNvPicPr>
            <a:picLocks noChangeAspect="1"/>
          </p:cNvPicPr>
          <p:nvPr userDrawn="1"/>
        </p:nvPicPr>
        <p:blipFill>
          <a:blip r:embed="rId7"/>
          <a:stretch>
            <a:fillRect/>
          </a:stretch>
        </p:blipFill>
        <p:spPr>
          <a:xfrm>
            <a:off x="0" y="376238"/>
            <a:ext cx="10272713" cy="9910763"/>
          </a:xfrm>
          <a:prstGeom prst="rect">
            <a:avLst/>
          </a:prstGeom>
        </p:spPr>
      </p:pic>
      <p:pic>
        <p:nvPicPr>
          <p:cNvPr id="5" name="Image 2" descr="preencoded.png">
            <a:extLst>
              <a:ext uri="{FF2B5EF4-FFF2-40B4-BE49-F238E27FC236}">
                <a16:creationId xmlns:a16="http://schemas.microsoft.com/office/drawing/2014/main" id="{2CCCACE5-3925-48F8-8904-7569F668274D}"/>
              </a:ext>
            </a:extLst>
          </p:cNvPr>
          <p:cNvPicPr>
            <a:picLocks noChangeAspect="1"/>
          </p:cNvPicPr>
          <p:nvPr userDrawn="1"/>
        </p:nvPicPr>
        <p:blipFill>
          <a:blip r:embed="rId8"/>
          <a:stretch>
            <a:fillRect/>
          </a:stretch>
        </p:blipFill>
        <p:spPr>
          <a:xfrm>
            <a:off x="0" y="0"/>
            <a:ext cx="5686425" cy="10287000"/>
          </a:xfrm>
          <a:prstGeom prst="rect">
            <a:avLst/>
          </a:prstGeom>
        </p:spPr>
      </p:pic>
      <p:pic>
        <p:nvPicPr>
          <p:cNvPr id="8" name="Image 5" descr="preencoded.png">
            <a:extLst>
              <a:ext uri="{FF2B5EF4-FFF2-40B4-BE49-F238E27FC236}">
                <a16:creationId xmlns:a16="http://schemas.microsoft.com/office/drawing/2014/main" id="{C4AE7D55-8E6C-4F54-94F4-24458F894896}"/>
              </a:ext>
            </a:extLst>
          </p:cNvPr>
          <p:cNvPicPr>
            <a:picLocks noChangeAspect="1"/>
          </p:cNvPicPr>
          <p:nvPr userDrawn="1"/>
        </p:nvPicPr>
        <p:blipFill>
          <a:blip r:embed="rId9">
            <a:extLst>
              <a:ext uri="{96DAC541-7B7A-43D3-8B79-37D633B846F1}">
                <asvg:svgBlip xmlns:asvg="http://schemas.microsoft.com/office/drawing/2016/SVG/main" r:embed="rId10"/>
              </a:ext>
            </a:extLst>
          </a:blip>
          <a:stretch>
            <a:fillRect/>
          </a:stretch>
        </p:blipFill>
        <p:spPr>
          <a:xfrm>
            <a:off x="0" y="380884"/>
            <a:ext cx="6243638" cy="9906116"/>
          </a:xfrm>
          <a:prstGeom prst="rect">
            <a:avLst/>
          </a:prstGeom>
        </p:spPr>
      </p:pic>
      <p:pic>
        <p:nvPicPr>
          <p:cNvPr id="22" name="Image 4" descr="preencoded.png">
            <a:extLst>
              <a:ext uri="{FF2B5EF4-FFF2-40B4-BE49-F238E27FC236}">
                <a16:creationId xmlns:a16="http://schemas.microsoft.com/office/drawing/2014/main" id="{8A36E528-2FEA-4F0C-915F-B49D355064EF}"/>
              </a:ext>
            </a:extLst>
          </p:cNvPr>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a:off x="12982716" y="9701938"/>
            <a:ext cx="733284" cy="585062"/>
          </a:xfrm>
          <a:prstGeom prst="rect">
            <a:avLst/>
          </a:prstGeom>
        </p:spPr>
      </p:pic>
      <p:sp>
        <p:nvSpPr>
          <p:cNvPr id="36" name="Slide Number Placeholder 5">
            <a:extLst>
              <a:ext uri="{FF2B5EF4-FFF2-40B4-BE49-F238E27FC236}">
                <a16:creationId xmlns:a16="http://schemas.microsoft.com/office/drawing/2014/main" id="{290DB5A9-F769-4694-9981-0FF757E10BB4}"/>
              </a:ext>
            </a:extLst>
          </p:cNvPr>
          <p:cNvSpPr>
            <a:spLocks noGrp="1"/>
          </p:cNvSpPr>
          <p:nvPr>
            <p:ph type="sldNum" sz="quarter" idx="13"/>
          </p:nvPr>
        </p:nvSpPr>
        <p:spPr>
          <a:xfrm>
            <a:off x="12982716" y="9806575"/>
            <a:ext cx="733284" cy="378105"/>
          </a:xfrm>
          <a:prstGeom prst="rect">
            <a:avLst/>
          </a:prstGeom>
        </p:spPr>
        <p:txBody>
          <a:bodyPr/>
          <a:lstStyle>
            <a:lvl1pPr marL="0" algn="ctr" defTabSz="914400" rtl="0" eaLnBrk="1" latinLnBrk="0" hangingPunct="1">
              <a:defRPr lang="en-US" sz="1350" kern="1200">
                <a:solidFill>
                  <a:srgbClr val="FFFFFF"/>
                </a:solidFill>
                <a:latin typeface="Century Gothic" panose="020b0502020202020204" pitchFamily="34" charset="0"/>
                <a:ea typeface="Century Gothic" panose="020b0502020202020204" pitchFamily="34" charset="0"/>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3D6C64-01FF-444E-AD84-E895EC95156E}" type="slidenum">
              <a:rPr lang="en-US" smtClean="0"/>
              <a:t>‹#›</a:t>
            </a:fld>
            <a:endParaRPr lang="en-US"/>
          </a:p>
        </p:txBody>
      </p:sp>
      <p:sp>
        <p:nvSpPr>
          <p:cNvPr id="37" name="Footer Placeholder" title=""/>
          <p:cNvSpPr txBox="1">
            <a:spLocks noGrp="1"/>
          </p:cNvSpPr>
          <p:nvPr>
            <p:ph type="ftr" sz="quarter" idx="3"/>
          </p:nvPr>
        </p:nvSpPr>
        <p:spPr/>
        <p:txBody>
          <a:bodyPr vert="horz" lIns="91440" tIns="45720" rIns="91440" bIns="45720" rtlCol="0" anchor="ctr"/>
          <a:lstStyle>
            <a:lvl1pPr algn="ctr">
              <a:defRPr sz="1200">
                <a:solidFill>
                  <a:schemeClr val="tx1">
                    <a:tint val="75000"/>
                  </a:schemeClr>
                </a:solidFill>
              </a:defRPr>
            </a:lvl1pPr>
          </a:lstStyle>
          <a:p>
            <a:r>
              <a:rPr lang="en-US"/>
              <a:t>Confidential - Customer Success Analysis</a:t>
            </a:r>
          </a:p>
        </p:txBody>
      </p:sp>
    </p:spTree>
    <p:extLst>
      <p:ext uri="{BB962C8B-B14F-4D97-AF65-F5344CB8AC3E}">
        <p14:creationId val="1733295649"/>
      </p:ext>
    </p:extLst>
  </p:cSld>
  <p:clrMapOvr>
    <a:masterClrMapping/>
  </p:clrMapOvr>
  <p:transition/>
  <p:timing/>
</p:sldLayout>
</file>

<file path=ppt/slideLayouts/slideLayout14.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reserve="1" userDrawn="1">
  <p:cSld name="2_Custom Layout">
    <p:spTree>
      <p:nvGrpSpPr>
        <p:cNvPr id="1" name=""/>
        <p:cNvGrpSpPr/>
        <p:nvPr/>
      </p:nvGrpSpPr>
      <p:grpSpPr>
        <a:xfrm>
          <a:off x="0" y="0"/>
          <a:ext cx="0" cy="0"/>
        </a:xfrm>
      </p:grpSpPr>
      <p:graphicFrame>
        <p:nvGraphicFramePr>
          <p:cNvPr id="13" name="think-cell data - do not delete" hidden="1">
            <a:extLst>
              <a:ext uri="{FF2B5EF4-FFF2-40B4-BE49-F238E27FC236}">
                <a16:creationId xmlns:a16="http://schemas.microsoft.com/office/drawing/2014/main" id="{F0A428E7-99B5-532C-9BBA-DE00FB2B8556}"/>
              </a:ext>
            </a:extLst>
          </p:cNvPr>
          <p:cNvGraphicFramePr>
            <a:graphicFrameLocks noChangeAspect="1"/>
          </p:cNvGraphicFramePr>
          <p:nvPr userDrawn="1">
            <p:custDataLst>
              <p:tags r:id="rId1"/>
            </p:custDataLst>
            <p:extLst>
              <p:ext uri="{D42A27DB-BD31-4B8C-83A1-F6EECF244321}">
                <p14:modId val="3013878389"/>
              </p:ext>
            </p:extLst>
          </p:nvPr>
        </p:nvGraphicFramePr>
        <p:xfrm>
          <a:off x="1191" y="1588"/>
          <a:ext cx="1191" cy="1588"/>
        </p:xfrm>
        <a:graphic>
          <a:graphicData uri="http://schemas.openxmlformats.org/presentationml/2006/ole">
            <mc:AlternateContent>
              <mc:Choice xmlns:v="urn:schemas-microsoft-com:vml" Requires="v">
                <p:oleObj spid="_x0000_s1040" name="think-cell Slide" r:id="rId2" imgW="484" imgH="486" progId="TCLayout.ActiveDocument.1">
                  <p:embed/>
                </p:oleObj>
              </mc:Choice>
              <mc:Fallback>
                <p:oleObj name="think-cell Slide" r:id="rId2" imgW="484" imgH="486" progId="TCLayout.ActiveDocument.1">
                  <p:embed/>
                  <p:pic>
                    <p:nvPicPr>
                      <p:cNvPr id="0" name="OLE substitute image"/>
                      <p:cNvPicPr/>
                      <p:nvPr/>
                    </p:nvPicPr>
                    <p:blipFill>
                      <a:blip r:embed="rId3"/>
                      <a:stretch>
                        <a:fillRect/>
                      </a:stretch>
                    </p:blipFill>
                    <p:spPr>
                      <a:xfrm>
                        <a:off x="1191" y="1588"/>
                        <a:ext cx="1191" cy="1588"/>
                      </a:xfrm>
                      <a:prstGeom prst="rect">
                        <a:avLst/>
                      </a:prstGeom>
                    </p:spPr>
                  </p:pic>
                </p:oleObj>
              </mc:Fallback>
            </mc:AlternateContent>
          </a:graphicData>
        </a:graphic>
      </p:graphicFrame>
      <p:pic>
        <p:nvPicPr>
          <p:cNvPr id="17" name="Picture 16">
            <a:extLst>
              <a:ext uri="{FF2B5EF4-FFF2-40B4-BE49-F238E27FC236}">
                <a16:creationId xmlns:a16="http://schemas.microsoft.com/office/drawing/2014/main" id="{C2E5098E-C8A9-41F7-B877-6CF120E41E1E}"/>
              </a:ext>
            </a:extLst>
          </p:cNvPr>
          <p:cNvPicPr>
            <a:picLocks noChangeAspect="1"/>
          </p:cNvPicPr>
          <p:nvPr userDrawn="1"/>
        </p:nvPicPr>
        <p:blipFill>
          <a:blip r:embed="rId4"/>
          <a:stretch>
            <a:fillRect/>
          </a:stretch>
        </p:blipFill>
        <p:spPr>
          <a:xfrm>
            <a:off x="0" y="0"/>
            <a:ext cx="13716000" cy="10287000"/>
          </a:xfrm>
          <a:prstGeom prst="rect">
            <a:avLst/>
          </a:prstGeom>
        </p:spPr>
      </p:pic>
      <p:pic>
        <p:nvPicPr>
          <p:cNvPr id="3" name="Image 0" descr="preencoded.png">
            <a:extLst>
              <a:ext uri="{FF2B5EF4-FFF2-40B4-BE49-F238E27FC236}">
                <a16:creationId xmlns:a16="http://schemas.microsoft.com/office/drawing/2014/main" id="{43ABDA14-54E6-48AA-AC95-467670F295FC}"/>
              </a:ext>
            </a:extLst>
          </p:cNvPr>
          <p:cNvPicPr>
            <a:picLocks noChangeAspect="1"/>
          </p:cNvPicPr>
          <p:nvPr userDrawn="1"/>
        </p:nvPicPr>
        <p:blipFill>
          <a:blip r:embed="rId5"/>
          <a:stretch>
            <a:fillRect/>
          </a:stretch>
        </p:blipFill>
        <p:spPr>
          <a:xfrm>
            <a:off x="0" y="0"/>
            <a:ext cx="10465594" cy="10287000"/>
          </a:xfrm>
          <a:prstGeom prst="rect">
            <a:avLst/>
          </a:prstGeom>
        </p:spPr>
      </p:pic>
      <p:pic>
        <p:nvPicPr>
          <p:cNvPr id="4" name="Image 1" descr="preencoded.png">
            <a:extLst>
              <a:ext uri="{FF2B5EF4-FFF2-40B4-BE49-F238E27FC236}">
                <a16:creationId xmlns:a16="http://schemas.microsoft.com/office/drawing/2014/main" id="{0DC8EEC3-8ED3-46D3-9F3D-2C6B9249DED4}"/>
              </a:ext>
            </a:extLst>
          </p:cNvPr>
          <p:cNvPicPr>
            <a:picLocks noChangeAspect="1"/>
          </p:cNvPicPr>
          <p:nvPr userDrawn="1"/>
        </p:nvPicPr>
        <p:blipFill>
          <a:blip r:embed="rId6"/>
          <a:stretch>
            <a:fillRect/>
          </a:stretch>
        </p:blipFill>
        <p:spPr>
          <a:xfrm>
            <a:off x="0" y="376238"/>
            <a:ext cx="10758488" cy="9910763"/>
          </a:xfrm>
          <a:prstGeom prst="rect">
            <a:avLst/>
          </a:prstGeom>
        </p:spPr>
      </p:pic>
      <p:pic>
        <p:nvPicPr>
          <p:cNvPr id="5" name="Image 2" descr="preencoded.png">
            <a:extLst>
              <a:ext uri="{FF2B5EF4-FFF2-40B4-BE49-F238E27FC236}">
                <a16:creationId xmlns:a16="http://schemas.microsoft.com/office/drawing/2014/main" id="{4EACFAA3-BE1E-463F-958F-EB3A6250B9D2}"/>
              </a:ext>
            </a:extLst>
          </p:cNvPr>
          <p:cNvPicPr>
            <a:picLocks noChangeAspect="1"/>
          </p:cNvPicPr>
          <p:nvPr userDrawn="1"/>
        </p:nvPicPr>
        <p:blipFill>
          <a:blip r:embed="rId7"/>
          <a:stretch>
            <a:fillRect/>
          </a:stretch>
        </p:blipFill>
        <p:spPr>
          <a:xfrm>
            <a:off x="0" y="0"/>
            <a:ext cx="6172200" cy="10287000"/>
          </a:xfrm>
          <a:prstGeom prst="rect">
            <a:avLst/>
          </a:prstGeom>
        </p:spPr>
      </p:pic>
      <p:pic>
        <p:nvPicPr>
          <p:cNvPr id="6" name="Image 3" descr="preencoded.png">
            <a:extLst>
              <a:ext uri="{FF2B5EF4-FFF2-40B4-BE49-F238E27FC236}">
                <a16:creationId xmlns:a16="http://schemas.microsoft.com/office/drawing/2014/main" id="{A2D33B20-1199-4E8D-A8A2-9F07E2B14BD0}"/>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0" y="107528"/>
            <a:ext cx="6729413" cy="9906116"/>
          </a:xfrm>
          <a:prstGeom prst="rect">
            <a:avLst/>
          </a:prstGeom>
        </p:spPr>
      </p:pic>
      <p:pic>
        <p:nvPicPr>
          <p:cNvPr id="7" name="Image 4" descr="preencoded.png">
            <a:extLst>
              <a:ext uri="{FF2B5EF4-FFF2-40B4-BE49-F238E27FC236}">
                <a16:creationId xmlns:a16="http://schemas.microsoft.com/office/drawing/2014/main" id="{22A494F9-080C-4052-858F-3CCB5A8B6E77}"/>
              </a:ext>
            </a:extLst>
          </p:cNvPr>
          <p:cNvPicPr>
            <a:picLocks noChangeAspect="1"/>
          </p:cNvPicPr>
          <p:nvPr userDrawn="1"/>
        </p:nvPicPr>
        <p:blipFill>
          <a:blip r:embed="rId10">
            <a:extLst>
              <a:ext uri="{96DAC541-7B7A-43D3-8B79-37D633B846F1}">
                <asvg:svgBlip xmlns:asvg="http://schemas.microsoft.com/office/drawing/2016/SVG/main" r:embed="rId11"/>
              </a:ext>
            </a:extLst>
          </a:blip>
          <a:stretch>
            <a:fillRect/>
          </a:stretch>
        </p:blipFill>
        <p:spPr>
          <a:xfrm>
            <a:off x="4171950" y="7448550"/>
            <a:ext cx="357188" cy="476250"/>
          </a:xfrm>
          <a:prstGeom prst="rect">
            <a:avLst/>
          </a:prstGeom>
        </p:spPr>
      </p:pic>
      <p:pic>
        <p:nvPicPr>
          <p:cNvPr id="8" name="Image 5" descr="preencoded.png">
            <a:extLst>
              <a:ext uri="{FF2B5EF4-FFF2-40B4-BE49-F238E27FC236}">
                <a16:creationId xmlns:a16="http://schemas.microsoft.com/office/drawing/2014/main" id="{F16D9FF9-BFE7-41C3-BF80-78895F851034}"/>
              </a:ext>
            </a:extLst>
          </p:cNvPr>
          <p:cNvPicPr>
            <a:picLocks noChangeAspect="1"/>
          </p:cNvPicPr>
          <p:nvPr userDrawn="1"/>
        </p:nvPicPr>
        <p:blipFill>
          <a:blip r:embed="rId12">
            <a:extLst>
              <a:ext uri="{96DAC541-7B7A-43D3-8B79-37D633B846F1}">
                <asvg:svgBlip xmlns:asvg="http://schemas.microsoft.com/office/drawing/2016/SVG/main" r:embed="rId13"/>
              </a:ext>
            </a:extLst>
          </a:blip>
          <a:stretch>
            <a:fillRect/>
          </a:stretch>
        </p:blipFill>
        <p:spPr>
          <a:xfrm>
            <a:off x="6479382" y="5905501"/>
            <a:ext cx="250031" cy="333375"/>
          </a:xfrm>
          <a:prstGeom prst="rect">
            <a:avLst/>
          </a:prstGeom>
        </p:spPr>
      </p:pic>
      <p:pic>
        <p:nvPicPr>
          <p:cNvPr id="9" name="Image 6" descr="preencoded.png">
            <a:extLst>
              <a:ext uri="{FF2B5EF4-FFF2-40B4-BE49-F238E27FC236}">
                <a16:creationId xmlns:a16="http://schemas.microsoft.com/office/drawing/2014/main" id="{322DED27-F21E-4C95-9EEF-509BA61D1096}"/>
              </a:ext>
            </a:extLst>
          </p:cNvPr>
          <p:cNvPicPr>
            <a:picLocks noChangeAspect="1"/>
          </p:cNvPicPr>
          <p:nvPr userDrawn="1"/>
        </p:nvPicPr>
        <p:blipFill>
          <a:blip r:embed="rId14">
            <a:extLst>
              <a:ext uri="{96DAC541-7B7A-43D3-8B79-37D633B846F1}">
                <asvg:svgBlip xmlns:asvg="http://schemas.microsoft.com/office/drawing/2016/SVG/main" r:embed="rId15"/>
              </a:ext>
            </a:extLst>
          </a:blip>
          <a:stretch>
            <a:fillRect/>
          </a:stretch>
        </p:blipFill>
        <p:spPr>
          <a:xfrm>
            <a:off x="4736306" y="3019425"/>
            <a:ext cx="371475" cy="495300"/>
          </a:xfrm>
          <a:prstGeom prst="rect">
            <a:avLst/>
          </a:prstGeom>
        </p:spPr>
      </p:pic>
      <p:pic>
        <p:nvPicPr>
          <p:cNvPr id="10" name="Image 7" descr="preencoded.png">
            <a:extLst>
              <a:ext uri="{FF2B5EF4-FFF2-40B4-BE49-F238E27FC236}">
                <a16:creationId xmlns:a16="http://schemas.microsoft.com/office/drawing/2014/main" id="{939B5221-9B51-4C51-A688-81427DA46F16}"/>
              </a:ext>
            </a:extLst>
          </p:cNvPr>
          <p:cNvPicPr>
            <a:picLocks noChangeAspect="1"/>
          </p:cNvPicPr>
          <p:nvPr userDrawn="1"/>
        </p:nvPicPr>
        <p:blipFill>
          <a:blip r:embed="rId14">
            <a:extLst>
              <a:ext uri="{96DAC541-7B7A-43D3-8B79-37D633B846F1}">
                <asvg:svgBlip xmlns:asvg="http://schemas.microsoft.com/office/drawing/2016/SVG/main" r:embed="rId15"/>
              </a:ext>
            </a:extLst>
          </a:blip>
          <a:stretch>
            <a:fillRect/>
          </a:stretch>
        </p:blipFill>
        <p:spPr>
          <a:xfrm>
            <a:off x="950119" y="2190750"/>
            <a:ext cx="371475" cy="495300"/>
          </a:xfrm>
          <a:prstGeom prst="rect">
            <a:avLst/>
          </a:prstGeom>
        </p:spPr>
      </p:pic>
      <p:pic>
        <p:nvPicPr>
          <p:cNvPr id="14" name="Image 11" descr="preencoded.png">
            <a:extLst>
              <a:ext uri="{FF2B5EF4-FFF2-40B4-BE49-F238E27FC236}">
                <a16:creationId xmlns:a16="http://schemas.microsoft.com/office/drawing/2014/main" id="{A1D9004F-F2BE-4BFA-96B1-8706DCE3BD81}"/>
              </a:ext>
            </a:extLst>
          </p:cNvPr>
          <p:cNvPicPr>
            <a:picLocks noChangeAspect="1"/>
          </p:cNvPicPr>
          <p:nvPr userDrawn="1"/>
        </p:nvPicPr>
        <p:blipFill>
          <a:blip r:embed="rId16">
            <a:extLst>
              <a:ext uri="{96DAC541-7B7A-43D3-8B79-37D633B846F1}">
                <asvg:svgBlip xmlns:asvg="http://schemas.microsoft.com/office/drawing/2016/SVG/main" r:embed="rId17"/>
              </a:ext>
            </a:extLst>
          </a:blip>
          <a:stretch>
            <a:fillRect/>
          </a:stretch>
        </p:blipFill>
        <p:spPr>
          <a:xfrm>
            <a:off x="7984332" y="6410326"/>
            <a:ext cx="3997931" cy="197081"/>
          </a:xfrm>
          <a:prstGeom prst="rect">
            <a:avLst/>
          </a:prstGeom>
        </p:spPr>
      </p:pic>
      <p:pic>
        <p:nvPicPr>
          <p:cNvPr id="15" name="Image 4" descr="preencoded.png">
            <a:extLst>
              <a:ext uri="{FF2B5EF4-FFF2-40B4-BE49-F238E27FC236}">
                <a16:creationId xmlns:a16="http://schemas.microsoft.com/office/drawing/2014/main" id="{23503176-A408-4462-A09E-575857DF8A89}"/>
              </a:ext>
            </a:extLst>
          </p:cNvPr>
          <p:cNvPicPr>
            <a:picLocks noChangeAspect="1"/>
          </p:cNvPicPr>
          <p:nvPr userDrawn="1"/>
        </p:nvPicPr>
        <p:blipFill>
          <a:blip r:embed="rId18">
            <a:extLst>
              <a:ext uri="{96DAC541-7B7A-43D3-8B79-37D633B846F1}">
                <asvg:svgBlip xmlns:asvg="http://schemas.microsoft.com/office/drawing/2016/SVG/main" r:embed="rId19"/>
              </a:ext>
            </a:extLst>
          </a:blip>
          <a:stretch>
            <a:fillRect/>
          </a:stretch>
        </p:blipFill>
        <p:spPr>
          <a:xfrm>
            <a:off x="12982716" y="9701938"/>
            <a:ext cx="733284" cy="585062"/>
          </a:xfrm>
          <a:prstGeom prst="rect">
            <a:avLst/>
          </a:prstGeom>
        </p:spPr>
      </p:pic>
      <p:sp>
        <p:nvSpPr>
          <p:cNvPr id="18" name="Slide Number Placeholder 5">
            <a:extLst>
              <a:ext uri="{FF2B5EF4-FFF2-40B4-BE49-F238E27FC236}">
                <a16:creationId xmlns:a16="http://schemas.microsoft.com/office/drawing/2014/main" id="{48EB0163-4D6B-4FD6-B9C3-8E33F671A325}"/>
              </a:ext>
            </a:extLst>
          </p:cNvPr>
          <p:cNvSpPr>
            <a:spLocks noGrp="1"/>
          </p:cNvSpPr>
          <p:nvPr>
            <p:ph type="sldNum" sz="quarter" idx="13"/>
          </p:nvPr>
        </p:nvSpPr>
        <p:spPr>
          <a:xfrm>
            <a:off x="12982716" y="9806575"/>
            <a:ext cx="733284" cy="378105"/>
          </a:xfrm>
          <a:prstGeom prst="rect">
            <a:avLst/>
          </a:prstGeom>
        </p:spPr>
        <p:txBody>
          <a:bodyPr/>
          <a:lstStyle>
            <a:lvl1pPr marL="0" algn="ctr" defTabSz="914400" rtl="0" eaLnBrk="1" latinLnBrk="0" hangingPunct="1">
              <a:defRPr lang="en-US" sz="1350" kern="1200">
                <a:solidFill>
                  <a:srgbClr val="FFFFFF"/>
                </a:solidFill>
                <a:latin typeface="Century Gothic" panose="020b0502020202020204" pitchFamily="34" charset="0"/>
                <a:ea typeface="Century Gothic" panose="020b0502020202020204" pitchFamily="34" charset="0"/>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3D6C64-01FF-444E-AD84-E895EC95156E}" type="slidenum">
              <a:rPr lang="en-US" smtClean="0"/>
              <a:t>‹#›</a:t>
            </a:fld>
            <a:endParaRPr lang="en-US"/>
          </a:p>
        </p:txBody>
      </p:sp>
      <p:sp>
        <p:nvSpPr>
          <p:cNvPr id="20" name="Title 18">
            <a:extLst>
              <a:ext uri="{FF2B5EF4-FFF2-40B4-BE49-F238E27FC236}">
                <a16:creationId xmlns:a16="http://schemas.microsoft.com/office/drawing/2014/main" id="{C51FED06-46EE-4477-BC0C-EF3BDD34D21D}"/>
              </a:ext>
            </a:extLst>
          </p:cNvPr>
          <p:cNvSpPr>
            <a:spLocks noGrp="1"/>
          </p:cNvSpPr>
          <p:nvPr>
            <p:ph type="title" hasCustomPrompt="1"/>
          </p:nvPr>
        </p:nvSpPr>
        <p:spPr>
          <a:xfrm>
            <a:off x="7918847" y="3217863"/>
            <a:ext cx="5334000" cy="2471736"/>
          </a:xfrm>
          <a:prstGeom prst="rect">
            <a:avLst/>
          </a:prstGeom>
        </p:spPr>
        <p:txBody>
          <a:bodyPr vert="horz"/>
          <a:lstStyle>
            <a:lvl1pPr algn="l">
              <a:defRPr lang="en-US" sz="5625" b="1" kern="1200">
                <a:solidFill>
                  <a:srgbClr val="FFFFFF"/>
                </a:solidFill>
                <a:latin typeface="Century Gothic" panose="020b0502020202020204" pitchFamily="34" charset="0"/>
                <a:ea typeface="Century Gothic" panose="020b0502020202020204" pitchFamily="34" charset="0"/>
                <a:cs typeface="Poppins SemiBold" pitchFamily="34" charset="-120"/>
              </a:defRPr>
            </a:lvl1pPr>
          </a:lstStyle>
          <a:p>
            <a:r>
              <a:rPr lang="en-US"/>
              <a:t>CLICK TO EDIT MASTER TITLEE</a:t>
            </a:r>
          </a:p>
        </p:txBody>
      </p:sp>
      <p:sp>
        <p:nvSpPr>
          <p:cNvPr id="21" name="Footer Placeholder" title=""/>
          <p:cNvSpPr txBox="1">
            <a:spLocks noGrp="1"/>
          </p:cNvSpPr>
          <p:nvPr>
            <p:ph type="ftr" sz="quarter" idx="3"/>
          </p:nvPr>
        </p:nvSpPr>
        <p:spPr/>
        <p:txBody>
          <a:bodyPr vert="horz" lIns="91440" tIns="45720" rIns="91440" bIns="45720" rtlCol="0" anchor="ctr"/>
          <a:lstStyle>
            <a:lvl1pPr algn="ctr">
              <a:defRPr sz="1200">
                <a:solidFill>
                  <a:schemeClr val="tx1">
                    <a:tint val="75000"/>
                  </a:schemeClr>
                </a:solidFill>
              </a:defRPr>
            </a:lvl1pPr>
          </a:lstStyle>
          <a:p>
            <a:r>
              <a:rPr lang="en-US"/>
              <a:t>Confidential - Customer Success Analysis</a:t>
            </a:r>
          </a:p>
        </p:txBody>
      </p:sp>
    </p:spTree>
    <p:extLst>
      <p:ext uri="{BB962C8B-B14F-4D97-AF65-F5344CB8AC3E}">
        <p14:creationId val="3956017575"/>
      </p:ext>
    </p:extLst>
  </p:cSld>
  <p:clrMapOvr>
    <a:masterClrMapping/>
  </p:clrMapOvr>
  <p:transition/>
  <p:timing/>
</p:sldLayout>
</file>

<file path=ppt/slideLayouts/slideLayout15.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reserve="1" userDrawn="1">
  <p:cSld name="3_Custom Layout">
    <p:spTree>
      <p:nvGrpSpPr>
        <p:cNvPr id="1" name=""/>
        <p:cNvGrpSpPr/>
        <p:nvPr/>
      </p:nvGrpSpPr>
      <p:grpSpPr>
        <a:xfrm>
          <a:off x="0" y="0"/>
          <a:ext cx="0" cy="0"/>
        </a:xfrm>
      </p:grpSpPr>
      <p:sp>
        <p:nvSpPr>
          <p:cNvPr id="2" name="Do not remove" hidden="1">
            <a:extLst>
              <a:ext uri="{FF2B5EF4-FFF2-40B4-BE49-F238E27FC236}">
                <a16:creationId xmlns:a16="http://schemas.microsoft.com/office/drawing/2014/main" id="{88516891-A213-55B2-E36C-27C6A7B961AF}"/>
              </a:ext>
            </a:extLst>
          </p:cNvPr>
          <p:cNvSpPr/>
          <p:nvPr userDrawn="1">
            <p:custDataLst>
              <p:tags r:id="rId1"/>
            </p:custDataLst>
          </p:nvPr>
        </p:nvSpPr>
        <p:spPr>
          <a:xfrm>
            <a:off x="0" y="0"/>
            <a:ext cx="9525"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sz="1350"/>
          </a:p>
        </p:txBody>
      </p:sp>
      <p:graphicFrame>
        <p:nvGraphicFramePr>
          <p:cNvPr id="7" name="think-cell data - do not delete" hidden="1">
            <a:extLst>
              <a:ext uri="{FF2B5EF4-FFF2-40B4-BE49-F238E27FC236}">
                <a16:creationId xmlns:a16="http://schemas.microsoft.com/office/drawing/2014/main" id="{CE742A3F-53B5-9294-48AC-31E37DEC8F95}"/>
              </a:ext>
            </a:extLst>
          </p:cNvPr>
          <p:cNvGraphicFramePr>
            <a:graphicFrameLocks noChangeAspect="1"/>
          </p:cNvGraphicFramePr>
          <p:nvPr userDrawn="1">
            <p:custDataLst>
              <p:tags r:id="rId2"/>
            </p:custDataLst>
            <p:extLst>
              <p:ext uri="{D42A27DB-BD31-4B8C-83A1-F6EECF244321}">
                <p14:modId val="1291453692"/>
              </p:ext>
            </p:extLst>
          </p:nvPr>
        </p:nvGraphicFramePr>
        <p:xfrm>
          <a:off x="1191" y="1588"/>
          <a:ext cx="1191" cy="1588"/>
        </p:xfrm>
        <a:graphic>
          <a:graphicData uri="http://schemas.openxmlformats.org/presentationml/2006/ole">
            <mc:AlternateContent>
              <mc:Choice xmlns:v="urn:schemas-microsoft-com:vml" Requires="v">
                <p:oleObj spid="_x0000_s1041" name="think-cell Slide" r:id="rId3" imgW="484" imgH="486" progId="TCLayout.ActiveDocument.1">
                  <p:embed/>
                </p:oleObj>
              </mc:Choice>
              <mc:Fallback>
                <p:oleObj name="think-cell Slide" r:id="rId3" imgW="484" imgH="486" progId="TCLayout.ActiveDocument.1">
                  <p:embed/>
                  <p:pic>
                    <p:nvPicPr>
                      <p:cNvPr id="0" name="OLE substitute image"/>
                      <p:cNvPicPr/>
                      <p:nvPr/>
                    </p:nvPicPr>
                    <p:blipFill>
                      <a:blip r:embed="rId4"/>
                      <a:stretch>
                        <a:fillRect/>
                      </a:stretch>
                    </p:blipFill>
                    <p:spPr>
                      <a:xfrm>
                        <a:off x="1191" y="1588"/>
                        <a:ext cx="1191" cy="1588"/>
                      </a:xfrm>
                      <a:prstGeom prst="rect">
                        <a:avLst/>
                      </a:prstGeom>
                    </p:spPr>
                  </p:pic>
                </p:oleObj>
              </mc:Fallback>
            </mc:AlternateContent>
          </a:graphicData>
        </a:graphic>
      </p:graphicFrame>
      <p:pic>
        <p:nvPicPr>
          <p:cNvPr id="15" name="Image 4" descr="preencoded.png">
            <a:extLst>
              <a:ext uri="{FF2B5EF4-FFF2-40B4-BE49-F238E27FC236}">
                <a16:creationId xmlns:a16="http://schemas.microsoft.com/office/drawing/2014/main" id="{788C2007-D360-4FFF-9B7E-8E6DDD5166D0}"/>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12982716" y="9701938"/>
            <a:ext cx="733284" cy="585062"/>
          </a:xfrm>
          <a:prstGeom prst="rect">
            <a:avLst/>
          </a:prstGeom>
        </p:spPr>
      </p:pic>
      <p:sp>
        <p:nvSpPr>
          <p:cNvPr id="17" name="Slide Number Placeholder 5">
            <a:extLst>
              <a:ext uri="{FF2B5EF4-FFF2-40B4-BE49-F238E27FC236}">
                <a16:creationId xmlns:a16="http://schemas.microsoft.com/office/drawing/2014/main" id="{9E0DE121-3CF7-4C8C-B9FE-FD9AB53486C0}"/>
              </a:ext>
            </a:extLst>
          </p:cNvPr>
          <p:cNvSpPr>
            <a:spLocks noGrp="1"/>
          </p:cNvSpPr>
          <p:nvPr>
            <p:ph type="sldNum" sz="quarter" idx="13"/>
          </p:nvPr>
        </p:nvSpPr>
        <p:spPr>
          <a:xfrm>
            <a:off x="12982716" y="9806575"/>
            <a:ext cx="733284" cy="378105"/>
          </a:xfrm>
          <a:prstGeom prst="rect">
            <a:avLst/>
          </a:prstGeom>
        </p:spPr>
        <p:txBody>
          <a:bodyPr/>
          <a:lstStyle>
            <a:lvl1pPr marL="0" algn="ctr" defTabSz="914400" rtl="0" eaLnBrk="1" latinLnBrk="0" hangingPunct="1">
              <a:defRPr lang="en-US" sz="1350" kern="1200">
                <a:solidFill>
                  <a:srgbClr val="FFFFFF"/>
                </a:solidFill>
                <a:latin typeface="Century Gothic" panose="020b0502020202020204" pitchFamily="34" charset="0"/>
                <a:ea typeface="Century Gothic" panose="020b0502020202020204" pitchFamily="34" charset="0"/>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3D6C64-01FF-444E-AD84-E895EC95156E}" type="slidenum">
              <a:rPr lang="en-US" smtClean="0"/>
              <a:t>‹#›</a:t>
            </a:fld>
            <a:endParaRPr lang="en-US"/>
          </a:p>
        </p:txBody>
      </p:sp>
      <p:sp>
        <p:nvSpPr>
          <p:cNvPr id="21" name="Title 19">
            <a:extLst>
              <a:ext uri="{FF2B5EF4-FFF2-40B4-BE49-F238E27FC236}">
                <a16:creationId xmlns:a16="http://schemas.microsoft.com/office/drawing/2014/main" id="{0074C98C-5A66-41B2-A70E-B454BF3A9711}"/>
              </a:ext>
            </a:extLst>
          </p:cNvPr>
          <p:cNvSpPr>
            <a:spLocks noGrp="1"/>
          </p:cNvSpPr>
          <p:nvPr>
            <p:ph type="title"/>
          </p:nvPr>
        </p:nvSpPr>
        <p:spPr>
          <a:xfrm>
            <a:off x="628650" y="824371"/>
            <a:ext cx="11830050" cy="609600"/>
          </a:xfrm>
          <a:prstGeom prst="rect">
            <a:avLst/>
          </a:prstGeom>
        </p:spPr>
        <p:txBody>
          <a:bodyPr vert="horz" rIns="91440"/>
          <a:lstStyle>
            <a:lvl1pPr algn="l">
              <a:defRPr lang="en-US" sz="2531" b="1" kern="1200">
                <a:solidFill>
                  <a:srgbClr val="2C2C2C"/>
                </a:solidFill>
                <a:latin typeface="Century Gothic" panose="020b0502020202020204" pitchFamily="34" charset="0"/>
                <a:ea typeface="Century Gothic" panose="020b0502020202020204" pitchFamily="34" charset="0"/>
                <a:cs typeface="Poppins SemiBold" pitchFamily="34" charset="-120"/>
              </a:defRPr>
            </a:lvl1pPr>
          </a:lstStyle>
          <a:p>
            <a:r>
              <a:rPr lang="en-US"/>
              <a:t>Click to edit Master title style</a:t>
            </a:r>
          </a:p>
        </p:txBody>
      </p:sp>
      <p:sp>
        <p:nvSpPr>
          <p:cNvPr id="6" name="Text Placeholder 5">
            <a:extLst>
              <a:ext uri="{FF2B5EF4-FFF2-40B4-BE49-F238E27FC236}">
                <a16:creationId xmlns:a16="http://schemas.microsoft.com/office/drawing/2014/main" id="{DB4B01DB-9A32-FA3B-6B1A-988671F852D2}"/>
              </a:ext>
            </a:extLst>
          </p:cNvPr>
          <p:cNvSpPr>
            <a:spLocks noGrp="1"/>
          </p:cNvSpPr>
          <p:nvPr>
            <p:ph type="body" sz="quarter" idx="18"/>
          </p:nvPr>
        </p:nvSpPr>
        <p:spPr>
          <a:xfrm>
            <a:off x="745960" y="2177716"/>
            <a:ext cx="11830050" cy="6585284"/>
          </a:xfrm>
          <a:prstGeom prst="rect">
            <a:avLst/>
          </a:prstGeom>
        </p:spPr>
        <p:txBody>
          <a:bodyPr/>
          <a:lstStyle>
            <a:lvl1pPr marL="214313" marR="0" indent="-214313" algn="l" defTabSz="685800" rtl="0" eaLnBrk="1" fontAlgn="auto" latinLnBrk="0" hangingPunct="1">
              <a:lnSpc>
                <a:spcPts val="1890"/>
              </a:lnSpc>
              <a:spcBef>
                <a:spcPts val="450"/>
              </a:spcBef>
              <a:spcAft>
                <a:spcPts val="450"/>
              </a:spcAft>
              <a:buClrTx/>
              <a:buSzPct val="80000"/>
              <a:buFontTx/>
              <a:buBlip>
                <a:blip r:embed="rId7">
                  <a:extLst>
                    <a:ext uri="{96DAC541-7B7A-43D3-8B79-37D633B846F1}">
                      <asvg:svgBlip xmlns:asvg="http://schemas.microsoft.com/office/drawing/2016/SVG/main" r:embed="rId8"/>
                    </a:ext>
                  </a:extLst>
                </a:blip>
              </a:buBlip>
              <a:defRPr lang="en-US" sz="1500" kern="1200">
                <a:solidFill>
                  <a:schemeClr val="tx1"/>
                </a:solidFill>
                <a:latin typeface="Century Gothic" panose="020b0502020202020204" pitchFamily="34" charset="0"/>
                <a:ea typeface="Century Gothic" panose="020b0502020202020204" pitchFamily="34" charset="0"/>
                <a:cs typeface="Arial" pitchFamily="34" charset="0"/>
              </a:defRPr>
            </a:lvl1pPr>
            <a:lvl2pPr>
              <a:spcBef>
                <a:spcPts val="450"/>
              </a:spcBef>
              <a:spcAft>
                <a:spcPts val="450"/>
              </a:spcAft>
              <a:defRPr lang="en-US" sz="1350" b="0" kern="1200" smtClean="0">
                <a:solidFill>
                  <a:schemeClr val="tx1"/>
                </a:solidFill>
                <a:latin typeface="Century Gothic" panose="020b0502020202020204" pitchFamily="34" charset="0"/>
                <a:ea typeface="Century Gothic" panose="020b0502020202020204" pitchFamily="34" charset="0"/>
                <a:cs typeface="Poppins SemiBold" pitchFamily="34" charset="-120"/>
              </a:defRPr>
            </a:lvl2pPr>
            <a:lvl3pPr>
              <a:spcBef>
                <a:spcPts val="450"/>
              </a:spcBef>
              <a:spcAft>
                <a:spcPts val="450"/>
              </a:spcAft>
              <a:defRPr lang="en-US" sz="1200" b="0" kern="1200" smtClean="0">
                <a:solidFill>
                  <a:schemeClr val="tx1"/>
                </a:solidFill>
                <a:latin typeface="Century Gothic" panose="020b0502020202020204" pitchFamily="34" charset="0"/>
                <a:ea typeface="Century Gothic" panose="020b0502020202020204" pitchFamily="34" charset="0"/>
                <a:cs typeface="Poppins SemiBold" pitchFamily="34" charset="-120"/>
              </a:defRPr>
            </a:lvl3pPr>
            <a:lvl4pPr marL="1028700" indent="0">
              <a:spcBef>
                <a:spcPts val="450"/>
              </a:spcBef>
              <a:spcAft>
                <a:spcPts val="450"/>
              </a:spcAft>
              <a:buNone/>
              <a:defRPr lang="en-US" sz="1519" kern="1200" smtClean="0">
                <a:solidFill>
                  <a:srgbClr val="204852"/>
                </a:solidFill>
                <a:latin typeface="Poppins SemiBold" pitchFamily="34" charset="0"/>
                <a:ea typeface="Poppins SemiBold" pitchFamily="34" charset="-122"/>
                <a:cs typeface="Poppins SemiBold" pitchFamily="34" charset="-120"/>
              </a:defRPr>
            </a:lvl4pPr>
            <a:lvl5pPr>
              <a:defRPr lang="en-US" sz="1519" kern="1200">
                <a:solidFill>
                  <a:srgbClr val="204852"/>
                </a:solidFill>
                <a:latin typeface="Poppins SemiBold" pitchFamily="34" charset="0"/>
                <a:ea typeface="Poppins SemiBold" pitchFamily="34" charset="-122"/>
                <a:cs typeface="Poppins SemiBold" pitchFamily="34" charset="-120"/>
              </a:defRPr>
            </a:lvl5pPr>
          </a:lstStyle>
          <a:p>
            <a:pPr lvl="0"/>
            <a:r>
              <a:rPr lang="en-US"/>
              <a:t>Click to edit Master text styles</a:t>
            </a:r>
          </a:p>
          <a:p>
            <a:pPr lvl="1"/>
            <a:r>
              <a:rPr lang="en-US"/>
              <a:t>Click to edit Master text styles</a:t>
            </a:r>
          </a:p>
          <a:p>
            <a:pPr lvl="0"/>
            <a:r>
              <a:rPr lang="en-US"/>
              <a:t>Click to edit Master text styles</a:t>
            </a:r>
          </a:p>
          <a:p>
            <a:pPr lvl="1"/>
            <a:r>
              <a:rPr lang="en-US"/>
              <a:t>Click to edit Master text styles</a:t>
            </a:r>
          </a:p>
          <a:p>
            <a:pPr marL="557213" marR="0" lvl="1" indent="-171450" algn="l" defTabSz="685800" rtl="0" eaLnBrk="1" fontAlgn="auto" latinLnBrk="0" hangingPunct="1">
              <a:lnSpc>
                <a:spcPct val="100000"/>
              </a:lnSpc>
              <a:spcBef>
                <a:spcPct val="20000"/>
              </a:spcBef>
              <a:spcAft>
                <a:spcPct val="0"/>
              </a:spcAft>
              <a:buClrTx/>
              <a:buSzTx/>
              <a:buFont typeface="Arial" pitchFamily="34" charset="0"/>
              <a:buChar char="•"/>
              <a:defRPr/>
            </a:pPr>
            <a:endParaRPr lang="en-US"/>
          </a:p>
          <a:p>
            <a:pPr marL="214313" marR="0" lvl="0" indent="-171450" algn="l" defTabSz="685800" rtl="0" eaLnBrk="1" fontAlgn="auto" latinLnBrk="0" hangingPunct="1">
              <a:lnSpc>
                <a:spcPct val="100000"/>
              </a:lnSpc>
              <a:spcBef>
                <a:spcPct val="20000"/>
              </a:spcBef>
              <a:spcAft>
                <a:spcPct val="0"/>
              </a:spcAft>
              <a:buClrTx/>
              <a:buSzTx/>
              <a:buFont typeface="Arial" pitchFamily="34" charset="0"/>
              <a:buChar char="•"/>
              <a:defRPr/>
            </a:pPr>
            <a:endParaRPr lang="en-US"/>
          </a:p>
          <a:p>
            <a:pPr marL="1200150" marR="0" lvl="3" indent="-171450" algn="l" defTabSz="685800" rtl="0" eaLnBrk="1" fontAlgn="auto" latinLnBrk="0" hangingPunct="1">
              <a:lnSpc>
                <a:spcPct val="100000"/>
              </a:lnSpc>
              <a:spcBef>
                <a:spcPct val="20000"/>
              </a:spcBef>
              <a:spcAft>
                <a:spcPct val="0"/>
              </a:spcAft>
              <a:buClrTx/>
              <a:buSzTx/>
              <a:buFont typeface="Arial" pitchFamily="34" charset="0"/>
              <a:buChar char="•"/>
              <a:defRPr/>
            </a:pPr>
            <a:endParaRPr lang="en-US"/>
          </a:p>
          <a:p>
            <a:pPr lvl="2"/>
            <a:endParaRPr lang="en-US"/>
          </a:p>
          <a:p>
            <a:pPr lvl="2"/>
            <a:endParaRPr lang="en-US"/>
          </a:p>
          <a:p>
            <a:pPr lvl="2"/>
            <a:endParaRPr lang="en-US"/>
          </a:p>
          <a:p>
            <a:pPr lvl="0"/>
            <a:endParaRPr lang="en-US"/>
          </a:p>
        </p:txBody>
      </p:sp>
      <p:sp>
        <p:nvSpPr>
          <p:cNvPr id="22" name="Footer Placeholder" title=""/>
          <p:cNvSpPr txBox="1">
            <a:spLocks noGrp="1"/>
          </p:cNvSpPr>
          <p:nvPr>
            <p:ph type="ftr" sz="quarter" idx="3"/>
          </p:nvPr>
        </p:nvSpPr>
        <p:spPr/>
        <p:txBody>
          <a:bodyPr vert="horz" lIns="91440" tIns="45720" rIns="91440" bIns="45720" rtlCol="0" anchor="ctr"/>
          <a:lstStyle>
            <a:lvl1pPr algn="ctr">
              <a:defRPr sz="1200">
                <a:solidFill>
                  <a:schemeClr val="tx1">
                    <a:tint val="75000"/>
                  </a:schemeClr>
                </a:solidFill>
              </a:defRPr>
            </a:lvl1pPr>
          </a:lstStyle>
          <a:p>
            <a:r>
              <a:rPr lang="en-US"/>
              <a:t>Confidential - Customer Success Analysis</a:t>
            </a:r>
          </a:p>
        </p:txBody>
      </p:sp>
    </p:spTree>
    <p:extLst>
      <p:ext uri="{BB962C8B-B14F-4D97-AF65-F5344CB8AC3E}">
        <p14:creationId val="2757556152"/>
      </p:ext>
    </p:extLst>
  </p:cSld>
  <p:clrMapOvr>
    <a:masterClrMapping/>
  </p:clrMapOvr>
  <p:transition/>
  <p:timing/>
</p:sldLayout>
</file>

<file path=ppt/slideLayouts/slideLayout16.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reserve="1" userDrawn="1">
  <p:cSld name="5_Custom Layout">
    <p:spTree>
      <p:nvGrpSpPr>
        <p:cNvPr id="1" name=""/>
        <p:cNvGrpSpPr/>
        <p:nvPr/>
      </p:nvGrpSpPr>
      <p:grpSpPr>
        <a:xfrm>
          <a:off x="0" y="0"/>
          <a:ext cx="0" cy="0"/>
        </a:xfrm>
      </p:grpSpPr>
      <p:graphicFrame>
        <p:nvGraphicFramePr>
          <p:cNvPr id="3" name="think-cell data - do not delete" hidden="1">
            <a:extLst>
              <a:ext uri="{FF2B5EF4-FFF2-40B4-BE49-F238E27FC236}">
                <a16:creationId xmlns:a16="http://schemas.microsoft.com/office/drawing/2014/main" id="{374EB0B5-FD89-5448-46DE-47F386C2F6BE}"/>
              </a:ext>
            </a:extLst>
          </p:cNvPr>
          <p:cNvGraphicFramePr>
            <a:graphicFrameLocks noChangeAspect="1"/>
          </p:cNvGraphicFramePr>
          <p:nvPr userDrawn="1">
            <p:custDataLst>
              <p:tags r:id="rId1"/>
            </p:custDataLst>
            <p:extLst>
              <p:ext uri="{D42A27DB-BD31-4B8C-83A1-F6EECF244321}">
                <p14:modId val="3840344968"/>
              </p:ext>
            </p:extLst>
          </p:nvPr>
        </p:nvGraphicFramePr>
        <p:xfrm>
          <a:off x="1191" y="1588"/>
          <a:ext cx="1191" cy="1588"/>
        </p:xfrm>
        <a:graphic>
          <a:graphicData uri="http://schemas.openxmlformats.org/presentationml/2006/ole">
            <mc:AlternateContent>
              <mc:Choice xmlns:v="urn:schemas-microsoft-com:vml" Requires="v">
                <p:oleObj spid="_x0000_s1042" name="think-cell Slide" r:id="rId2" imgW="484" imgH="486" progId="TCLayout.ActiveDocument.1">
                  <p:embed/>
                </p:oleObj>
              </mc:Choice>
              <mc:Fallback>
                <p:oleObj name="think-cell Slide" r:id="rId2" imgW="484" imgH="486" progId="TCLayout.ActiveDocument.1">
                  <p:embed/>
                  <p:pic>
                    <p:nvPicPr>
                      <p:cNvPr id="0" name="OLE substitute image"/>
                      <p:cNvPicPr/>
                      <p:nvPr/>
                    </p:nvPicPr>
                    <p:blipFill>
                      <a:blip r:embed="rId3"/>
                      <a:stretch>
                        <a:fillRect/>
                      </a:stretch>
                    </p:blipFill>
                    <p:spPr>
                      <a:xfrm>
                        <a:off x="1191" y="1588"/>
                        <a:ext cx="1191" cy="1588"/>
                      </a:xfrm>
                      <a:prstGeom prst="rect">
                        <a:avLst/>
                      </a:prstGeom>
                    </p:spPr>
                  </p:pic>
                </p:oleObj>
              </mc:Fallback>
            </mc:AlternateContent>
          </a:graphicData>
        </a:graphic>
      </p:graphicFrame>
      <p:pic>
        <p:nvPicPr>
          <p:cNvPr id="15" name="Image 4" descr="preencoded.png">
            <a:extLst>
              <a:ext uri="{FF2B5EF4-FFF2-40B4-BE49-F238E27FC236}">
                <a16:creationId xmlns:a16="http://schemas.microsoft.com/office/drawing/2014/main" id="{788C2007-D360-4FFF-9B7E-8E6DDD5166D0}"/>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2982716" y="9701938"/>
            <a:ext cx="733284" cy="585062"/>
          </a:xfrm>
          <a:prstGeom prst="rect">
            <a:avLst/>
          </a:prstGeom>
        </p:spPr>
      </p:pic>
      <p:sp>
        <p:nvSpPr>
          <p:cNvPr id="17" name="Slide Number Placeholder 5">
            <a:extLst>
              <a:ext uri="{FF2B5EF4-FFF2-40B4-BE49-F238E27FC236}">
                <a16:creationId xmlns:a16="http://schemas.microsoft.com/office/drawing/2014/main" id="{9E0DE121-3CF7-4C8C-B9FE-FD9AB53486C0}"/>
              </a:ext>
            </a:extLst>
          </p:cNvPr>
          <p:cNvSpPr>
            <a:spLocks noGrp="1"/>
          </p:cNvSpPr>
          <p:nvPr>
            <p:ph type="sldNum" sz="quarter" idx="13"/>
          </p:nvPr>
        </p:nvSpPr>
        <p:spPr>
          <a:xfrm>
            <a:off x="12982716" y="9806575"/>
            <a:ext cx="733284" cy="378105"/>
          </a:xfrm>
          <a:prstGeom prst="rect">
            <a:avLst/>
          </a:prstGeom>
        </p:spPr>
        <p:txBody>
          <a:bodyPr/>
          <a:lstStyle>
            <a:lvl1pPr marL="0" algn="ctr" defTabSz="914400" rtl="0" eaLnBrk="1" latinLnBrk="0" hangingPunct="1">
              <a:defRPr lang="en-US" sz="1350" kern="1200">
                <a:solidFill>
                  <a:srgbClr val="FFFFFF"/>
                </a:solidFill>
                <a:latin typeface="Century Gothic" panose="020b0502020202020204" pitchFamily="34" charset="0"/>
                <a:ea typeface="Century Gothic" panose="020b0502020202020204" pitchFamily="34" charset="0"/>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3D6C64-01FF-444E-AD84-E895EC95156E}" type="slidenum">
              <a:rPr lang="en-US" smtClean="0"/>
              <a:t>‹#›</a:t>
            </a:fld>
            <a:endParaRPr lang="en-US"/>
          </a:p>
        </p:txBody>
      </p:sp>
      <p:sp>
        <p:nvSpPr>
          <p:cNvPr id="21" name="Title 19">
            <a:extLst>
              <a:ext uri="{FF2B5EF4-FFF2-40B4-BE49-F238E27FC236}">
                <a16:creationId xmlns:a16="http://schemas.microsoft.com/office/drawing/2014/main" id="{0074C98C-5A66-41B2-A70E-B454BF3A9711}"/>
              </a:ext>
            </a:extLst>
          </p:cNvPr>
          <p:cNvSpPr>
            <a:spLocks noGrp="1"/>
          </p:cNvSpPr>
          <p:nvPr>
            <p:ph type="title"/>
          </p:nvPr>
        </p:nvSpPr>
        <p:spPr>
          <a:xfrm>
            <a:off x="628650" y="582614"/>
            <a:ext cx="11830050" cy="1347786"/>
          </a:xfrm>
          <a:prstGeom prst="rect">
            <a:avLst/>
          </a:prstGeom>
        </p:spPr>
        <p:txBody>
          <a:bodyPr vert="horz"/>
          <a:lstStyle>
            <a:lvl1pPr algn="l">
              <a:lnSpc>
                <a:spcPts val="3600"/>
              </a:lnSpc>
              <a:defRPr lang="en-US" sz="2531" b="1" kern="1200">
                <a:solidFill>
                  <a:srgbClr val="2C2C2C"/>
                </a:solidFill>
                <a:latin typeface="Century Gothic" panose="020b0502020202020204" pitchFamily="34" charset="0"/>
                <a:ea typeface="Century Gothic" panose="020b0502020202020204" pitchFamily="34" charset="0"/>
                <a:cs typeface="Poppins SemiBold" pitchFamily="34" charset="-120"/>
              </a:defRPr>
            </a:lvl1pPr>
          </a:lstStyle>
          <a:p>
            <a:r>
              <a:rPr lang="en-US"/>
              <a:t>Click to edit Master title style</a:t>
            </a:r>
          </a:p>
        </p:txBody>
      </p:sp>
      <p:sp>
        <p:nvSpPr>
          <p:cNvPr id="22" name="Footer Placeholder" title=""/>
          <p:cNvSpPr txBox="1">
            <a:spLocks noGrp="1"/>
          </p:cNvSpPr>
          <p:nvPr>
            <p:ph type="ftr" sz="quarter" idx="3"/>
          </p:nvPr>
        </p:nvSpPr>
        <p:spPr/>
        <p:txBody>
          <a:bodyPr vert="horz" lIns="91440" tIns="45720" rIns="91440" bIns="45720" rtlCol="0" anchor="ctr"/>
          <a:lstStyle>
            <a:lvl1pPr algn="ctr">
              <a:defRPr sz="1200">
                <a:solidFill>
                  <a:schemeClr val="tx1">
                    <a:tint val="75000"/>
                  </a:schemeClr>
                </a:solidFill>
              </a:defRPr>
            </a:lvl1pPr>
          </a:lstStyle>
          <a:p>
            <a:r>
              <a:rPr lang="en-US"/>
              <a:t>Confidential - Customer Success Analysis</a:t>
            </a:r>
          </a:p>
        </p:txBody>
      </p:sp>
    </p:spTree>
    <p:extLst>
      <p:ext uri="{BB962C8B-B14F-4D97-AF65-F5344CB8AC3E}">
        <p14:creationId val="3436193130"/>
      </p:ext>
    </p:extLst>
  </p:cSld>
  <p:clrMapOvr>
    <a:masterClrMapping/>
  </p:clrMapOvr>
  <p:transition/>
  <p:timing/>
</p:sldLayout>
</file>

<file path=ppt/slideLayouts/slideLayout17.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reserve="1" userDrawn="1">
  <p:cSld name="4_Custom Layout">
    <p:spTree>
      <p:nvGrpSpPr>
        <p:cNvPr id="1" name=""/>
        <p:cNvGrpSpPr/>
        <p:nvPr/>
      </p:nvGrpSpPr>
      <p:grpSpPr>
        <a:xfrm>
          <a:off x="0" y="0"/>
          <a:ext cx="0" cy="0"/>
        </a:xfrm>
      </p:grpSpPr>
      <p:graphicFrame>
        <p:nvGraphicFramePr>
          <p:cNvPr id="6" name="think-cell data - do not delete" hidden="1">
            <a:extLst>
              <a:ext uri="{FF2B5EF4-FFF2-40B4-BE49-F238E27FC236}">
                <a16:creationId xmlns:a16="http://schemas.microsoft.com/office/drawing/2014/main" id="{C463E488-03E7-F5DF-9611-A1B99EC4971D}"/>
              </a:ext>
            </a:extLst>
          </p:cNvPr>
          <p:cNvGraphicFramePr>
            <a:graphicFrameLocks noChangeAspect="1"/>
          </p:cNvGraphicFramePr>
          <p:nvPr userDrawn="1">
            <p:custDataLst>
              <p:tags r:id="rId1"/>
            </p:custDataLst>
            <p:extLst>
              <p:ext uri="{D42A27DB-BD31-4B8C-83A1-F6EECF244321}">
                <p14:modId val="2275021505"/>
              </p:ext>
            </p:extLst>
          </p:nvPr>
        </p:nvGraphicFramePr>
        <p:xfrm>
          <a:off x="1191" y="1588"/>
          <a:ext cx="1191" cy="1588"/>
        </p:xfrm>
        <a:graphic>
          <a:graphicData uri="http://schemas.openxmlformats.org/presentationml/2006/ole">
            <mc:AlternateContent>
              <mc:Choice xmlns:v="urn:schemas-microsoft-com:vml" Requires="v">
                <p:oleObj spid="_x0000_s1043" name="think-cell Slide" r:id="rId2" imgW="484" imgH="486" progId="TCLayout.ActiveDocument.1">
                  <p:embed/>
                </p:oleObj>
              </mc:Choice>
              <mc:Fallback>
                <p:oleObj name="think-cell Slide" r:id="rId2" imgW="484" imgH="486" progId="TCLayout.ActiveDocument.1">
                  <p:embed/>
                  <p:pic>
                    <p:nvPicPr>
                      <p:cNvPr id="0" name="OLE substitute image"/>
                      <p:cNvPicPr/>
                      <p:nvPr/>
                    </p:nvPicPr>
                    <p:blipFill>
                      <a:blip r:embed="rId3"/>
                      <a:stretch>
                        <a:fillRect/>
                      </a:stretch>
                    </p:blipFill>
                    <p:spPr>
                      <a:xfrm>
                        <a:off x="1191" y="1588"/>
                        <a:ext cx="1191" cy="1588"/>
                      </a:xfrm>
                      <a:prstGeom prst="rect">
                        <a:avLst/>
                      </a:prstGeom>
                    </p:spPr>
                  </p:pic>
                </p:oleObj>
              </mc:Fallback>
            </mc:AlternateContent>
          </a:graphicData>
        </a:graphic>
      </p:graphicFrame>
      <p:pic>
        <p:nvPicPr>
          <p:cNvPr id="15" name="Image 4" descr="preencoded.png">
            <a:extLst>
              <a:ext uri="{FF2B5EF4-FFF2-40B4-BE49-F238E27FC236}">
                <a16:creationId xmlns:a16="http://schemas.microsoft.com/office/drawing/2014/main" id="{788C2007-D360-4FFF-9B7E-8E6DDD5166D0}"/>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2982716" y="9701938"/>
            <a:ext cx="733284" cy="585062"/>
          </a:xfrm>
          <a:prstGeom prst="rect">
            <a:avLst/>
          </a:prstGeom>
        </p:spPr>
      </p:pic>
      <p:sp>
        <p:nvSpPr>
          <p:cNvPr id="17" name="Slide Number Placeholder 5">
            <a:extLst>
              <a:ext uri="{FF2B5EF4-FFF2-40B4-BE49-F238E27FC236}">
                <a16:creationId xmlns:a16="http://schemas.microsoft.com/office/drawing/2014/main" id="{9E0DE121-3CF7-4C8C-B9FE-FD9AB53486C0}"/>
              </a:ext>
            </a:extLst>
          </p:cNvPr>
          <p:cNvSpPr>
            <a:spLocks noGrp="1"/>
          </p:cNvSpPr>
          <p:nvPr>
            <p:ph type="sldNum" sz="quarter" idx="13"/>
          </p:nvPr>
        </p:nvSpPr>
        <p:spPr>
          <a:xfrm>
            <a:off x="12982716" y="9806575"/>
            <a:ext cx="733284" cy="378105"/>
          </a:xfrm>
          <a:prstGeom prst="rect">
            <a:avLst/>
          </a:prstGeom>
        </p:spPr>
        <p:txBody>
          <a:bodyPr/>
          <a:lstStyle>
            <a:lvl1pPr marL="0" algn="ctr" defTabSz="914400" rtl="0" eaLnBrk="1" latinLnBrk="0" hangingPunct="1">
              <a:defRPr lang="en-US" sz="1350" kern="1200">
                <a:solidFill>
                  <a:srgbClr val="FFFFFF"/>
                </a:solidFill>
                <a:latin typeface="Century Gothic" panose="020b0502020202020204" pitchFamily="34" charset="0"/>
                <a:ea typeface="Century Gothic" panose="020b0502020202020204" pitchFamily="34" charset="0"/>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3D6C64-01FF-444E-AD84-E895EC95156E}" type="slidenum">
              <a:rPr lang="en-US" smtClean="0"/>
              <a:t>‹#›</a:t>
            </a:fld>
            <a:endParaRPr lang="en-US"/>
          </a:p>
        </p:txBody>
      </p:sp>
      <p:sp>
        <p:nvSpPr>
          <p:cNvPr id="21" name="Title 19">
            <a:extLst>
              <a:ext uri="{FF2B5EF4-FFF2-40B4-BE49-F238E27FC236}">
                <a16:creationId xmlns:a16="http://schemas.microsoft.com/office/drawing/2014/main" id="{0074C98C-5A66-41B2-A70E-B454BF3A9711}"/>
              </a:ext>
            </a:extLst>
          </p:cNvPr>
          <p:cNvSpPr>
            <a:spLocks noGrp="1"/>
          </p:cNvSpPr>
          <p:nvPr>
            <p:ph type="title"/>
          </p:nvPr>
        </p:nvSpPr>
        <p:spPr>
          <a:xfrm>
            <a:off x="628650" y="912814"/>
            <a:ext cx="11830050" cy="609600"/>
          </a:xfrm>
          <a:prstGeom prst="rect">
            <a:avLst/>
          </a:prstGeom>
        </p:spPr>
        <p:txBody>
          <a:bodyPr vert="horz"/>
          <a:lstStyle>
            <a:lvl1pPr algn="l">
              <a:defRPr lang="en-US" sz="2531" b="1" kern="1200">
                <a:solidFill>
                  <a:srgbClr val="2C2C2C"/>
                </a:solidFill>
                <a:latin typeface="Century Gothic" panose="020b0502020202020204" pitchFamily="34" charset="0"/>
                <a:ea typeface="Century Gothic" panose="020b0502020202020204" pitchFamily="34" charset="0"/>
                <a:cs typeface="Poppins SemiBold" pitchFamily="34" charset="-120"/>
              </a:defRPr>
            </a:lvl1pPr>
          </a:lstStyle>
          <a:p>
            <a:r>
              <a:rPr lang="en-US"/>
              <a:t>Click to edit Master title style</a:t>
            </a:r>
          </a:p>
        </p:txBody>
      </p:sp>
      <p:pic>
        <p:nvPicPr>
          <p:cNvPr id="8" name="Image 0" descr="preencoded.png">
            <a:extLst>
              <a:ext uri="{FF2B5EF4-FFF2-40B4-BE49-F238E27FC236}">
                <a16:creationId xmlns:a16="http://schemas.microsoft.com/office/drawing/2014/main" id="{241D5412-02F3-40B2-95EE-60675407C8C8}"/>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964407" y="1943101"/>
            <a:ext cx="478631" cy="638175"/>
          </a:xfrm>
          <a:prstGeom prst="rect">
            <a:avLst/>
          </a:prstGeom>
        </p:spPr>
      </p:pic>
      <p:pic>
        <p:nvPicPr>
          <p:cNvPr id="9" name="Image 1" descr="preencoded.png">
            <a:extLst>
              <a:ext uri="{FF2B5EF4-FFF2-40B4-BE49-F238E27FC236}">
                <a16:creationId xmlns:a16="http://schemas.microsoft.com/office/drawing/2014/main" id="{1DFA1812-4A26-4837-8F35-C5FF78B92438}"/>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4079082" y="1943101"/>
            <a:ext cx="478631" cy="638175"/>
          </a:xfrm>
          <a:prstGeom prst="rect">
            <a:avLst/>
          </a:prstGeom>
        </p:spPr>
      </p:pic>
      <p:pic>
        <p:nvPicPr>
          <p:cNvPr id="10" name="Image 2" descr="preencoded.png">
            <a:extLst>
              <a:ext uri="{FF2B5EF4-FFF2-40B4-BE49-F238E27FC236}">
                <a16:creationId xmlns:a16="http://schemas.microsoft.com/office/drawing/2014/main" id="{D3A66141-09FD-44B5-961B-A019E9271E69}"/>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7179469" y="1943101"/>
            <a:ext cx="478631" cy="638175"/>
          </a:xfrm>
          <a:prstGeom prst="rect">
            <a:avLst/>
          </a:prstGeom>
        </p:spPr>
      </p:pic>
      <p:pic>
        <p:nvPicPr>
          <p:cNvPr id="11" name="Image 3" descr="preencoded.png">
            <a:extLst>
              <a:ext uri="{FF2B5EF4-FFF2-40B4-BE49-F238E27FC236}">
                <a16:creationId xmlns:a16="http://schemas.microsoft.com/office/drawing/2014/main" id="{03DDEABB-2528-48A4-84F4-001E8F92F260}"/>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10294144" y="1943101"/>
            <a:ext cx="478631" cy="638175"/>
          </a:xfrm>
          <a:prstGeom prst="rect">
            <a:avLst/>
          </a:prstGeom>
        </p:spPr>
      </p:pic>
      <p:pic>
        <p:nvPicPr>
          <p:cNvPr id="12" name="Image 7" descr="preencoded.png">
            <a:extLst>
              <a:ext uri="{FF2B5EF4-FFF2-40B4-BE49-F238E27FC236}">
                <a16:creationId xmlns:a16="http://schemas.microsoft.com/office/drawing/2014/main" id="{EADF6D2E-287F-4003-9D03-96CACB8AFB07}"/>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714375" y="4743450"/>
            <a:ext cx="2957513" cy="4248150"/>
          </a:xfrm>
          <a:prstGeom prst="rect">
            <a:avLst/>
          </a:prstGeom>
        </p:spPr>
      </p:pic>
      <p:pic>
        <p:nvPicPr>
          <p:cNvPr id="13" name="Image 8" descr="preencoded.png">
            <a:extLst>
              <a:ext uri="{FF2B5EF4-FFF2-40B4-BE49-F238E27FC236}">
                <a16:creationId xmlns:a16="http://schemas.microsoft.com/office/drawing/2014/main" id="{E7CB07B2-1A8D-4081-BF57-C027C25A32D6}"/>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6929437" y="4743450"/>
            <a:ext cx="2957513" cy="4248150"/>
          </a:xfrm>
          <a:prstGeom prst="rect">
            <a:avLst/>
          </a:prstGeom>
        </p:spPr>
      </p:pic>
      <p:pic>
        <p:nvPicPr>
          <p:cNvPr id="14" name="Image 9" descr="preencoded.png">
            <a:extLst>
              <a:ext uri="{FF2B5EF4-FFF2-40B4-BE49-F238E27FC236}">
                <a16:creationId xmlns:a16="http://schemas.microsoft.com/office/drawing/2014/main" id="{C3D2CAD9-F4FF-4912-9E78-4E50CBCE1A7B}"/>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3829050" y="4743450"/>
            <a:ext cx="2957513" cy="4248150"/>
          </a:xfrm>
          <a:prstGeom prst="rect">
            <a:avLst/>
          </a:prstGeom>
        </p:spPr>
      </p:pic>
      <p:pic>
        <p:nvPicPr>
          <p:cNvPr id="16" name="Image 10" descr="preencoded.png">
            <a:extLst>
              <a:ext uri="{FF2B5EF4-FFF2-40B4-BE49-F238E27FC236}">
                <a16:creationId xmlns:a16="http://schemas.microsoft.com/office/drawing/2014/main" id="{2EA6380C-C57C-4F1E-8F11-5FC8BABDF96A}"/>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10044112" y="4743450"/>
            <a:ext cx="2957513" cy="4248150"/>
          </a:xfrm>
          <a:prstGeom prst="rect">
            <a:avLst/>
          </a:prstGeom>
        </p:spPr>
      </p:pic>
      <p:sp>
        <p:nvSpPr>
          <p:cNvPr id="29" name="Text 3">
            <a:extLst>
              <a:ext uri="{FF2B5EF4-FFF2-40B4-BE49-F238E27FC236}">
                <a16:creationId xmlns:a16="http://schemas.microsoft.com/office/drawing/2014/main" id="{CF90BF57-21F0-4B5D-B202-55E856992197}"/>
              </a:ext>
            </a:extLst>
          </p:cNvPr>
          <p:cNvSpPr/>
          <p:nvPr userDrawn="1"/>
        </p:nvSpPr>
        <p:spPr>
          <a:xfrm>
            <a:off x="1114425" y="2114551"/>
            <a:ext cx="178594" cy="295275"/>
          </a:xfrm>
          <a:prstGeom prst="rect">
            <a:avLst/>
          </a:prstGeom>
          <a:noFill/>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1733"/>
              </a:lnSpc>
              <a:buNone/>
            </a:pPr>
            <a:r>
              <a:rPr lang="en-US" sz="1238">
                <a:solidFill>
                  <a:srgbClr val="FFFFFF"/>
                </a:solidFill>
                <a:latin typeface="Century Gothic" panose="020b0502020202020204" pitchFamily="34" charset="0"/>
                <a:ea typeface="Poppins SemiBold" pitchFamily="34" charset="-122"/>
                <a:cs typeface="Poppins SemiBold" pitchFamily="34" charset="-120"/>
              </a:rPr>
              <a:t>01</a:t>
            </a:r>
            <a:endParaRPr lang="en-US" sz="1238">
              <a:latin typeface="Century Gothic" panose="020b0502020202020204" pitchFamily="34" charset="0"/>
            </a:endParaRPr>
          </a:p>
        </p:txBody>
      </p:sp>
      <p:sp>
        <p:nvSpPr>
          <p:cNvPr id="30" name="Text 4">
            <a:extLst>
              <a:ext uri="{FF2B5EF4-FFF2-40B4-BE49-F238E27FC236}">
                <a16:creationId xmlns:a16="http://schemas.microsoft.com/office/drawing/2014/main" id="{772F4075-93CF-4D92-847D-4C917D6A1138}"/>
              </a:ext>
            </a:extLst>
          </p:cNvPr>
          <p:cNvSpPr/>
          <p:nvPr userDrawn="1"/>
        </p:nvSpPr>
        <p:spPr>
          <a:xfrm>
            <a:off x="4214813" y="2114551"/>
            <a:ext cx="207169" cy="295275"/>
          </a:xfrm>
          <a:prstGeom prst="rect">
            <a:avLst/>
          </a:prstGeom>
          <a:noFill/>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1733"/>
              </a:lnSpc>
              <a:buNone/>
            </a:pPr>
            <a:r>
              <a:rPr lang="en-US" sz="1238">
                <a:solidFill>
                  <a:srgbClr val="FFFFFF"/>
                </a:solidFill>
                <a:latin typeface="Century Gothic" panose="020b0502020202020204" pitchFamily="34" charset="0"/>
                <a:ea typeface="Poppins SemiBold" pitchFamily="34" charset="-122"/>
                <a:cs typeface="Poppins SemiBold" pitchFamily="34" charset="-120"/>
              </a:rPr>
              <a:t>02</a:t>
            </a:r>
            <a:endParaRPr lang="en-US" sz="1238">
              <a:latin typeface="Century Gothic" panose="020b0502020202020204" pitchFamily="34" charset="0"/>
            </a:endParaRPr>
          </a:p>
        </p:txBody>
      </p:sp>
      <p:sp>
        <p:nvSpPr>
          <p:cNvPr id="31" name="Text 5">
            <a:extLst>
              <a:ext uri="{FF2B5EF4-FFF2-40B4-BE49-F238E27FC236}">
                <a16:creationId xmlns:a16="http://schemas.microsoft.com/office/drawing/2014/main" id="{B8DEC8C4-AF20-4E69-90FB-C22AABCB16E0}"/>
              </a:ext>
            </a:extLst>
          </p:cNvPr>
          <p:cNvSpPr/>
          <p:nvPr userDrawn="1"/>
        </p:nvSpPr>
        <p:spPr>
          <a:xfrm>
            <a:off x="7308056" y="2114551"/>
            <a:ext cx="214313" cy="295275"/>
          </a:xfrm>
          <a:prstGeom prst="rect">
            <a:avLst/>
          </a:prstGeom>
          <a:noFill/>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1733"/>
              </a:lnSpc>
              <a:buNone/>
            </a:pPr>
            <a:r>
              <a:rPr lang="en-US" sz="1238">
                <a:solidFill>
                  <a:srgbClr val="FFFFFF"/>
                </a:solidFill>
                <a:latin typeface="Century Gothic" panose="020b0502020202020204" pitchFamily="34" charset="0"/>
                <a:ea typeface="Poppins SemiBold" pitchFamily="34" charset="-122"/>
                <a:cs typeface="Poppins SemiBold" pitchFamily="34" charset="-120"/>
              </a:rPr>
              <a:t>03</a:t>
            </a:r>
            <a:endParaRPr lang="en-US" sz="1238">
              <a:latin typeface="Century Gothic" panose="020b0502020202020204" pitchFamily="34" charset="0"/>
            </a:endParaRPr>
          </a:p>
        </p:txBody>
      </p:sp>
      <p:sp>
        <p:nvSpPr>
          <p:cNvPr id="32" name="Text 6">
            <a:extLst>
              <a:ext uri="{FF2B5EF4-FFF2-40B4-BE49-F238E27FC236}">
                <a16:creationId xmlns:a16="http://schemas.microsoft.com/office/drawing/2014/main" id="{E1E6E4F8-D9EC-444C-A752-FCC7A50406E8}"/>
              </a:ext>
            </a:extLst>
          </p:cNvPr>
          <p:cNvSpPr/>
          <p:nvPr userDrawn="1"/>
        </p:nvSpPr>
        <p:spPr>
          <a:xfrm>
            <a:off x="10422732" y="2114551"/>
            <a:ext cx="221456" cy="295275"/>
          </a:xfrm>
          <a:prstGeom prst="rect">
            <a:avLst/>
          </a:prstGeom>
          <a:noFill/>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1733"/>
              </a:lnSpc>
              <a:buNone/>
            </a:pPr>
            <a:r>
              <a:rPr lang="en-US" sz="1238">
                <a:solidFill>
                  <a:srgbClr val="FFFFFF"/>
                </a:solidFill>
                <a:latin typeface="Century Gothic" panose="020b0502020202020204" pitchFamily="34" charset="0"/>
                <a:ea typeface="Poppins SemiBold" pitchFamily="34" charset="-122"/>
                <a:cs typeface="Poppins SemiBold" pitchFamily="34" charset="-120"/>
              </a:rPr>
              <a:t>04</a:t>
            </a:r>
            <a:endParaRPr lang="en-US" sz="1238">
              <a:latin typeface="Century Gothic" panose="020b0502020202020204" pitchFamily="34" charset="0"/>
            </a:endParaRPr>
          </a:p>
        </p:txBody>
      </p:sp>
      <p:sp>
        <p:nvSpPr>
          <p:cNvPr id="40" name="Text Placeholder 5">
            <a:extLst>
              <a:ext uri="{FF2B5EF4-FFF2-40B4-BE49-F238E27FC236}">
                <a16:creationId xmlns:a16="http://schemas.microsoft.com/office/drawing/2014/main" id="{2E519121-51E7-41E1-B917-F9A487379996}"/>
              </a:ext>
            </a:extLst>
          </p:cNvPr>
          <p:cNvSpPr>
            <a:spLocks noGrp="1"/>
          </p:cNvSpPr>
          <p:nvPr>
            <p:ph type="body" sz="quarter" idx="14"/>
          </p:nvPr>
        </p:nvSpPr>
        <p:spPr>
          <a:xfrm>
            <a:off x="876300" y="2939475"/>
            <a:ext cx="2493169" cy="1447799"/>
          </a:xfrm>
          <a:prstGeom prst="rect">
            <a:avLst/>
          </a:prstGeom>
        </p:spPr>
        <p:txBody>
          <a:bodyPr/>
          <a:lstStyle>
            <a:lvl1pPr marL="0" indent="0">
              <a:lnSpc>
                <a:spcPts val="2126"/>
              </a:lnSpc>
              <a:buNone/>
              <a:defRPr lang="en-US" sz="1519" b="1" kern="1200" smtClean="0">
                <a:solidFill>
                  <a:srgbClr val="204852"/>
                </a:solidFill>
                <a:latin typeface="Century Gothic" panose="020b0502020202020204" pitchFamily="34" charset="0"/>
                <a:ea typeface="Century Gothic" panose="020b0502020202020204" pitchFamily="34" charset="0"/>
                <a:cs typeface="Poppins SemiBold" pitchFamily="34" charset="-120"/>
              </a:defRPr>
            </a:lvl1pPr>
            <a:lvl2pPr>
              <a:defRPr lang="en-US" sz="1519" kern="1200" smtClean="0">
                <a:solidFill>
                  <a:srgbClr val="204852"/>
                </a:solidFill>
                <a:latin typeface="Poppins SemiBold" pitchFamily="34" charset="0"/>
                <a:ea typeface="Poppins SemiBold" pitchFamily="34" charset="-122"/>
                <a:cs typeface="Poppins SemiBold" pitchFamily="34" charset="-120"/>
              </a:defRPr>
            </a:lvl2pPr>
            <a:lvl3pPr>
              <a:defRPr lang="en-US" sz="1519" kern="1200" smtClean="0">
                <a:solidFill>
                  <a:srgbClr val="204852"/>
                </a:solidFill>
                <a:latin typeface="Poppins SemiBold" pitchFamily="34" charset="0"/>
                <a:ea typeface="Poppins SemiBold" pitchFamily="34" charset="-122"/>
                <a:cs typeface="Poppins SemiBold" pitchFamily="34" charset="-120"/>
              </a:defRPr>
            </a:lvl3pPr>
            <a:lvl4pPr>
              <a:defRPr lang="en-US" sz="1519" kern="1200" smtClean="0">
                <a:solidFill>
                  <a:srgbClr val="204852"/>
                </a:solidFill>
                <a:latin typeface="Poppins SemiBold" pitchFamily="34" charset="0"/>
                <a:ea typeface="Poppins SemiBold" pitchFamily="34" charset="-122"/>
                <a:cs typeface="Poppins SemiBold" pitchFamily="34" charset="-120"/>
              </a:defRPr>
            </a:lvl4pPr>
            <a:lvl5pPr>
              <a:defRPr lang="en-US" sz="1519" kern="1200">
                <a:solidFill>
                  <a:srgbClr val="204852"/>
                </a:solidFill>
                <a:latin typeface="Poppins SemiBold" pitchFamily="34" charset="0"/>
                <a:ea typeface="Poppins SemiBold" pitchFamily="34" charset="-122"/>
                <a:cs typeface="Poppins SemiBold" pitchFamily="34" charset="-120"/>
              </a:defRPr>
            </a:lvl5pPr>
          </a:lstStyle>
          <a:p>
            <a:pPr lvl="0"/>
            <a:r>
              <a:rPr lang="en-US"/>
              <a:t>Click to edit Master text styles</a:t>
            </a:r>
          </a:p>
        </p:txBody>
      </p:sp>
      <p:sp>
        <p:nvSpPr>
          <p:cNvPr id="42" name="Text Placeholder 5">
            <a:extLst>
              <a:ext uri="{FF2B5EF4-FFF2-40B4-BE49-F238E27FC236}">
                <a16:creationId xmlns:a16="http://schemas.microsoft.com/office/drawing/2014/main" id="{F4130C6E-6105-4020-860B-189CA1FD774F}"/>
              </a:ext>
            </a:extLst>
          </p:cNvPr>
          <p:cNvSpPr>
            <a:spLocks noGrp="1"/>
          </p:cNvSpPr>
          <p:nvPr>
            <p:ph type="body" sz="quarter" idx="15"/>
          </p:nvPr>
        </p:nvSpPr>
        <p:spPr>
          <a:xfrm>
            <a:off x="4020741" y="2939475"/>
            <a:ext cx="2493169" cy="1447799"/>
          </a:xfrm>
          <a:prstGeom prst="rect">
            <a:avLst/>
          </a:prstGeom>
        </p:spPr>
        <p:txBody>
          <a:bodyPr/>
          <a:lstStyle>
            <a:lvl1pPr marL="0" indent="0">
              <a:lnSpc>
                <a:spcPts val="2126"/>
              </a:lnSpc>
              <a:buNone/>
              <a:defRPr lang="en-US" sz="1519" b="1" kern="1200" smtClean="0">
                <a:solidFill>
                  <a:srgbClr val="204852"/>
                </a:solidFill>
                <a:latin typeface="Century Gothic" panose="020b0502020202020204" pitchFamily="34" charset="0"/>
                <a:ea typeface="Century Gothic" panose="020b0502020202020204" pitchFamily="34" charset="0"/>
                <a:cs typeface="Poppins SemiBold" pitchFamily="34" charset="-120"/>
              </a:defRPr>
            </a:lvl1pPr>
            <a:lvl2pPr>
              <a:defRPr lang="en-US" sz="1519" kern="1200" smtClean="0">
                <a:solidFill>
                  <a:srgbClr val="204852"/>
                </a:solidFill>
                <a:latin typeface="Poppins SemiBold" pitchFamily="34" charset="0"/>
                <a:ea typeface="Poppins SemiBold" pitchFamily="34" charset="-122"/>
                <a:cs typeface="Poppins SemiBold" pitchFamily="34" charset="-120"/>
              </a:defRPr>
            </a:lvl2pPr>
            <a:lvl3pPr>
              <a:defRPr lang="en-US" sz="1519" kern="1200" smtClean="0">
                <a:solidFill>
                  <a:srgbClr val="204852"/>
                </a:solidFill>
                <a:latin typeface="Poppins SemiBold" pitchFamily="34" charset="0"/>
                <a:ea typeface="Poppins SemiBold" pitchFamily="34" charset="-122"/>
                <a:cs typeface="Poppins SemiBold" pitchFamily="34" charset="-120"/>
              </a:defRPr>
            </a:lvl3pPr>
            <a:lvl4pPr>
              <a:defRPr lang="en-US" sz="1519" kern="1200" smtClean="0">
                <a:solidFill>
                  <a:srgbClr val="204852"/>
                </a:solidFill>
                <a:latin typeface="Poppins SemiBold" pitchFamily="34" charset="0"/>
                <a:ea typeface="Poppins SemiBold" pitchFamily="34" charset="-122"/>
                <a:cs typeface="Poppins SemiBold" pitchFamily="34" charset="-120"/>
              </a:defRPr>
            </a:lvl4pPr>
            <a:lvl5pPr>
              <a:defRPr lang="en-US" sz="1519" kern="1200">
                <a:solidFill>
                  <a:srgbClr val="204852"/>
                </a:solidFill>
                <a:latin typeface="Poppins SemiBold" pitchFamily="34" charset="0"/>
                <a:ea typeface="Poppins SemiBold" pitchFamily="34" charset="-122"/>
                <a:cs typeface="Poppins SemiBold" pitchFamily="34" charset="-120"/>
              </a:defRPr>
            </a:lvl5pPr>
          </a:lstStyle>
          <a:p>
            <a:pPr lvl="0"/>
            <a:r>
              <a:rPr lang="en-US"/>
              <a:t>Click to edit Master text styles</a:t>
            </a:r>
          </a:p>
        </p:txBody>
      </p:sp>
      <p:sp>
        <p:nvSpPr>
          <p:cNvPr id="45" name="Text Placeholder 5">
            <a:extLst>
              <a:ext uri="{FF2B5EF4-FFF2-40B4-BE49-F238E27FC236}">
                <a16:creationId xmlns:a16="http://schemas.microsoft.com/office/drawing/2014/main" id="{A58366A4-ADF2-48E6-9F8B-6E87FAD52D4C}"/>
              </a:ext>
            </a:extLst>
          </p:cNvPr>
          <p:cNvSpPr>
            <a:spLocks noGrp="1"/>
          </p:cNvSpPr>
          <p:nvPr>
            <p:ph type="body" sz="quarter" idx="16"/>
          </p:nvPr>
        </p:nvSpPr>
        <p:spPr>
          <a:xfrm>
            <a:off x="7107436" y="2939475"/>
            <a:ext cx="2493169" cy="1447799"/>
          </a:xfrm>
          <a:prstGeom prst="rect">
            <a:avLst/>
          </a:prstGeom>
        </p:spPr>
        <p:txBody>
          <a:bodyPr/>
          <a:lstStyle>
            <a:lvl1pPr marL="0" indent="0">
              <a:lnSpc>
                <a:spcPts val="2126"/>
              </a:lnSpc>
              <a:buNone/>
              <a:defRPr lang="en-US" sz="1519" b="1" kern="1200" smtClean="0">
                <a:solidFill>
                  <a:srgbClr val="204852"/>
                </a:solidFill>
                <a:latin typeface="Century Gothic" panose="020b0502020202020204" pitchFamily="34" charset="0"/>
                <a:ea typeface="Century Gothic" panose="020b0502020202020204" pitchFamily="34" charset="0"/>
                <a:cs typeface="Poppins SemiBold" pitchFamily="34" charset="-120"/>
              </a:defRPr>
            </a:lvl1pPr>
            <a:lvl2pPr>
              <a:defRPr lang="en-US" sz="1519" kern="1200" smtClean="0">
                <a:solidFill>
                  <a:srgbClr val="204852"/>
                </a:solidFill>
                <a:latin typeface="Poppins SemiBold" pitchFamily="34" charset="0"/>
                <a:ea typeface="Poppins SemiBold" pitchFamily="34" charset="-122"/>
                <a:cs typeface="Poppins SemiBold" pitchFamily="34" charset="-120"/>
              </a:defRPr>
            </a:lvl2pPr>
            <a:lvl3pPr>
              <a:defRPr lang="en-US" sz="1519" kern="1200" smtClean="0">
                <a:solidFill>
                  <a:srgbClr val="204852"/>
                </a:solidFill>
                <a:latin typeface="Poppins SemiBold" pitchFamily="34" charset="0"/>
                <a:ea typeface="Poppins SemiBold" pitchFamily="34" charset="-122"/>
                <a:cs typeface="Poppins SemiBold" pitchFamily="34" charset="-120"/>
              </a:defRPr>
            </a:lvl3pPr>
            <a:lvl4pPr>
              <a:defRPr lang="en-US" sz="1519" kern="1200" smtClean="0">
                <a:solidFill>
                  <a:srgbClr val="204852"/>
                </a:solidFill>
                <a:latin typeface="Poppins SemiBold" pitchFamily="34" charset="0"/>
                <a:ea typeface="Poppins SemiBold" pitchFamily="34" charset="-122"/>
                <a:cs typeface="Poppins SemiBold" pitchFamily="34" charset="-120"/>
              </a:defRPr>
            </a:lvl4pPr>
            <a:lvl5pPr>
              <a:defRPr lang="en-US" sz="1519" kern="1200">
                <a:solidFill>
                  <a:srgbClr val="204852"/>
                </a:solidFill>
                <a:latin typeface="Poppins SemiBold" pitchFamily="34" charset="0"/>
                <a:ea typeface="Poppins SemiBold" pitchFamily="34" charset="-122"/>
                <a:cs typeface="Poppins SemiBold" pitchFamily="34" charset="-120"/>
              </a:defRPr>
            </a:lvl5pPr>
          </a:lstStyle>
          <a:p>
            <a:pPr lvl="0"/>
            <a:r>
              <a:rPr lang="en-US"/>
              <a:t>Click to edit Master text styles</a:t>
            </a:r>
          </a:p>
        </p:txBody>
      </p:sp>
      <p:sp>
        <p:nvSpPr>
          <p:cNvPr id="47" name="Text Placeholder 5">
            <a:extLst>
              <a:ext uri="{FF2B5EF4-FFF2-40B4-BE49-F238E27FC236}">
                <a16:creationId xmlns:a16="http://schemas.microsoft.com/office/drawing/2014/main" id="{F4246FA8-29F0-4EA5-9490-61F6FA378C17}"/>
              </a:ext>
            </a:extLst>
          </p:cNvPr>
          <p:cNvSpPr>
            <a:spLocks noGrp="1"/>
          </p:cNvSpPr>
          <p:nvPr>
            <p:ph type="body" sz="quarter" idx="17"/>
          </p:nvPr>
        </p:nvSpPr>
        <p:spPr>
          <a:xfrm>
            <a:off x="10220325" y="2939475"/>
            <a:ext cx="2493169" cy="1447799"/>
          </a:xfrm>
          <a:prstGeom prst="rect">
            <a:avLst/>
          </a:prstGeom>
        </p:spPr>
        <p:txBody>
          <a:bodyPr/>
          <a:lstStyle>
            <a:lvl1pPr marL="0" indent="0">
              <a:lnSpc>
                <a:spcPts val="2126"/>
              </a:lnSpc>
              <a:buNone/>
              <a:defRPr lang="en-US" sz="1519" b="1" kern="1200" smtClean="0">
                <a:solidFill>
                  <a:srgbClr val="204852"/>
                </a:solidFill>
                <a:latin typeface="Century Gothic" panose="020b0502020202020204" pitchFamily="34" charset="0"/>
                <a:ea typeface="Century Gothic" panose="020b0502020202020204" pitchFamily="34" charset="0"/>
                <a:cs typeface="Poppins SemiBold" pitchFamily="34" charset="-120"/>
              </a:defRPr>
            </a:lvl1pPr>
            <a:lvl2pPr>
              <a:defRPr lang="en-US" sz="1519" kern="1200" smtClean="0">
                <a:solidFill>
                  <a:srgbClr val="204852"/>
                </a:solidFill>
                <a:latin typeface="Poppins SemiBold" pitchFamily="34" charset="0"/>
                <a:ea typeface="Poppins SemiBold" pitchFamily="34" charset="-122"/>
                <a:cs typeface="Poppins SemiBold" pitchFamily="34" charset="-120"/>
              </a:defRPr>
            </a:lvl2pPr>
            <a:lvl3pPr>
              <a:defRPr lang="en-US" sz="1519" kern="1200" smtClean="0">
                <a:solidFill>
                  <a:srgbClr val="204852"/>
                </a:solidFill>
                <a:latin typeface="Poppins SemiBold" pitchFamily="34" charset="0"/>
                <a:ea typeface="Poppins SemiBold" pitchFamily="34" charset="-122"/>
                <a:cs typeface="Poppins SemiBold" pitchFamily="34" charset="-120"/>
              </a:defRPr>
            </a:lvl3pPr>
            <a:lvl4pPr>
              <a:defRPr lang="en-US" sz="1519" kern="1200" smtClean="0">
                <a:solidFill>
                  <a:srgbClr val="204852"/>
                </a:solidFill>
                <a:latin typeface="Poppins SemiBold" pitchFamily="34" charset="0"/>
                <a:ea typeface="Poppins SemiBold" pitchFamily="34" charset="-122"/>
                <a:cs typeface="Poppins SemiBold" pitchFamily="34" charset="-120"/>
              </a:defRPr>
            </a:lvl4pPr>
            <a:lvl5pPr>
              <a:defRPr lang="en-US" sz="1519" kern="1200">
                <a:solidFill>
                  <a:srgbClr val="204852"/>
                </a:solidFill>
                <a:latin typeface="Poppins SemiBold" pitchFamily="34" charset="0"/>
                <a:ea typeface="Poppins SemiBold" pitchFamily="34" charset="-122"/>
                <a:cs typeface="Poppins SemiBold" pitchFamily="34" charset="-120"/>
              </a:defRPr>
            </a:lvl5pPr>
          </a:lstStyle>
          <a:p>
            <a:pPr lvl="0"/>
            <a:r>
              <a:rPr lang="en-US"/>
              <a:t>Click to edit Master text styles</a:t>
            </a:r>
          </a:p>
        </p:txBody>
      </p:sp>
      <p:sp>
        <p:nvSpPr>
          <p:cNvPr id="49" name="Text Placeholder 5">
            <a:extLst>
              <a:ext uri="{FF2B5EF4-FFF2-40B4-BE49-F238E27FC236}">
                <a16:creationId xmlns:a16="http://schemas.microsoft.com/office/drawing/2014/main" id="{E243D04B-93C7-4A7F-9EE6-C70F180CE66A}"/>
              </a:ext>
            </a:extLst>
          </p:cNvPr>
          <p:cNvSpPr>
            <a:spLocks noGrp="1"/>
          </p:cNvSpPr>
          <p:nvPr>
            <p:ph type="body" sz="quarter" idx="18"/>
          </p:nvPr>
        </p:nvSpPr>
        <p:spPr>
          <a:xfrm>
            <a:off x="876300" y="5045078"/>
            <a:ext cx="2609850" cy="3717922"/>
          </a:xfrm>
          <a:prstGeom prst="rect">
            <a:avLst/>
          </a:prstGeom>
        </p:spPr>
        <p:txBody>
          <a:bodyPr/>
          <a:lstStyle>
            <a:lvl1pPr marL="214313" marR="0" indent="-214313" algn="l" defTabSz="685800" rtl="0" eaLnBrk="1" fontAlgn="auto" latinLnBrk="0" hangingPunct="1">
              <a:lnSpc>
                <a:spcPts val="1890"/>
              </a:lnSpc>
              <a:spcBef>
                <a:spcPct val="0"/>
              </a:spcBef>
              <a:spcAft>
                <a:spcPts val="1969"/>
              </a:spcAft>
              <a:buClrTx/>
              <a:buSzPct val="80000"/>
              <a:buFontTx/>
              <a:buBlip>
                <a:blip r:embed="rId10">
                  <a:extLst>
                    <a:ext uri="{96DAC541-7B7A-43D3-8B79-37D633B846F1}">
                      <asvg:svgBlip xmlns:asvg="http://schemas.microsoft.com/office/drawing/2016/SVG/main" r:embed="rId11"/>
                    </a:ext>
                  </a:extLst>
                </a:blip>
              </a:buBlip>
              <a:defRPr lang="en-US" sz="1350" kern="1200">
                <a:solidFill>
                  <a:srgbClr val="2C2C2C"/>
                </a:solidFill>
                <a:latin typeface="Century Gothic" panose="020b0502020202020204" pitchFamily="34" charset="0"/>
                <a:ea typeface="Century Gothic" panose="020b0502020202020204" pitchFamily="34" charset="0"/>
                <a:cs typeface="Arial" pitchFamily="34" charset="0"/>
              </a:defRPr>
            </a:lvl1pPr>
            <a:lvl2pPr>
              <a:defRPr lang="en-US" sz="1519" kern="1200" smtClean="0">
                <a:solidFill>
                  <a:srgbClr val="204852"/>
                </a:solidFill>
                <a:latin typeface="Poppins SemiBold" pitchFamily="34" charset="0"/>
                <a:ea typeface="Poppins SemiBold" pitchFamily="34" charset="-122"/>
                <a:cs typeface="Poppins SemiBold" pitchFamily="34" charset="-120"/>
              </a:defRPr>
            </a:lvl2pPr>
            <a:lvl3pPr>
              <a:defRPr lang="en-US" sz="1519" kern="1200" smtClean="0">
                <a:solidFill>
                  <a:srgbClr val="204852"/>
                </a:solidFill>
                <a:latin typeface="Poppins SemiBold" pitchFamily="34" charset="0"/>
                <a:ea typeface="Poppins SemiBold" pitchFamily="34" charset="-122"/>
                <a:cs typeface="Poppins SemiBold" pitchFamily="34" charset="-120"/>
              </a:defRPr>
            </a:lvl3pPr>
            <a:lvl4pPr>
              <a:defRPr lang="en-US" sz="1519" kern="1200" smtClean="0">
                <a:solidFill>
                  <a:srgbClr val="204852"/>
                </a:solidFill>
                <a:latin typeface="Poppins SemiBold" pitchFamily="34" charset="0"/>
                <a:ea typeface="Poppins SemiBold" pitchFamily="34" charset="-122"/>
                <a:cs typeface="Poppins SemiBold" pitchFamily="34" charset="-120"/>
              </a:defRPr>
            </a:lvl4pPr>
            <a:lvl5pPr>
              <a:defRPr lang="en-US" sz="1519" kern="1200">
                <a:solidFill>
                  <a:srgbClr val="204852"/>
                </a:solidFill>
                <a:latin typeface="Poppins SemiBold" pitchFamily="34" charset="0"/>
                <a:ea typeface="Poppins SemiBold" pitchFamily="34" charset="-122"/>
                <a:cs typeface="Poppins SemiBold" pitchFamily="34" charset="-120"/>
              </a:defRPr>
            </a:lvl5pPr>
          </a:lstStyle>
          <a:p>
            <a:pPr lvl="0"/>
            <a:r>
              <a:rPr lang="en-US"/>
              <a:t>Click to edit Master text styles</a:t>
            </a:r>
          </a:p>
          <a:p>
            <a:pPr marL="214313" marR="0" lvl="0" indent="-214313" algn="l" defTabSz="685800" rtl="0" eaLnBrk="1" fontAlgn="auto" latinLnBrk="0" hangingPunct="1">
              <a:lnSpc>
                <a:spcPts val="1890"/>
              </a:lnSpc>
              <a:spcBef>
                <a:spcPct val="0"/>
              </a:spcBef>
              <a:spcAft>
                <a:spcPts val="1969"/>
              </a:spcAft>
              <a:buClrTx/>
              <a:buSzPct val="80000"/>
              <a:buFontTx/>
              <a:buBlip>
                <a:blip r:embed="rId10">
                  <a:extLst>
                    <a:ext uri="{96DAC541-7B7A-43D3-8B79-37D633B846F1}">
                      <asvg:svgBlip xmlns:asvg="http://schemas.microsoft.com/office/drawing/2016/SVG/main" r:embed="rId11"/>
                    </a:ext>
                  </a:extLst>
                </a:blip>
              </a:buBlip>
              <a:defRPr/>
            </a:pPr>
            <a:r>
              <a:rPr lang="en-US"/>
              <a:t>Click to edit Master text styles</a:t>
            </a:r>
          </a:p>
          <a:p>
            <a:pPr lvl="0"/>
            <a:r>
              <a:rPr lang="en-US"/>
              <a:t>Click to edit Master text styles</a:t>
            </a:r>
          </a:p>
          <a:p>
            <a:pPr marL="214313" marR="0" lvl="0" indent="-214313" algn="l" defTabSz="685800" rtl="0" eaLnBrk="1" fontAlgn="auto" latinLnBrk="0" hangingPunct="1">
              <a:lnSpc>
                <a:spcPct val="100000"/>
              </a:lnSpc>
              <a:spcBef>
                <a:spcPct val="20000"/>
              </a:spcBef>
              <a:spcAft>
                <a:spcPct val="0"/>
              </a:spcAft>
              <a:buClrTx/>
              <a:buSzPct val="80000"/>
              <a:buFontTx/>
              <a:buBlip>
                <a:blip r:embed="rId10">
                  <a:extLst>
                    <a:ext uri="{96DAC541-7B7A-43D3-8B79-37D633B846F1}">
                      <asvg:svgBlip xmlns:asvg="http://schemas.microsoft.com/office/drawing/2016/SVG/main" r:embed="rId11"/>
                    </a:ext>
                  </a:extLst>
                </a:blip>
              </a:buBlip>
              <a:defRPr/>
            </a:pPr>
            <a:r>
              <a:rPr lang="en-US"/>
              <a:t>Click to edit Master text styles</a:t>
            </a:r>
          </a:p>
          <a:p>
            <a:pPr lvl="0"/>
            <a:endParaRPr lang="en-US"/>
          </a:p>
        </p:txBody>
      </p:sp>
      <p:sp>
        <p:nvSpPr>
          <p:cNvPr id="51" name="Text Placeholder 5">
            <a:extLst>
              <a:ext uri="{FF2B5EF4-FFF2-40B4-BE49-F238E27FC236}">
                <a16:creationId xmlns:a16="http://schemas.microsoft.com/office/drawing/2014/main" id="{D2604837-24AC-4455-996D-C897DBBB17DA}"/>
              </a:ext>
            </a:extLst>
          </p:cNvPr>
          <p:cNvSpPr>
            <a:spLocks noGrp="1"/>
          </p:cNvSpPr>
          <p:nvPr>
            <p:ph type="body" sz="quarter" idx="19"/>
          </p:nvPr>
        </p:nvSpPr>
        <p:spPr>
          <a:xfrm>
            <a:off x="4002881" y="5045078"/>
            <a:ext cx="2609850" cy="3717922"/>
          </a:xfrm>
          <a:prstGeom prst="rect">
            <a:avLst/>
          </a:prstGeom>
        </p:spPr>
        <p:txBody>
          <a:bodyPr/>
          <a:lstStyle>
            <a:lvl1pPr marL="214313" marR="0" indent="-214313" algn="l" defTabSz="685800" rtl="0" eaLnBrk="1" fontAlgn="auto" latinLnBrk="0" hangingPunct="1">
              <a:lnSpc>
                <a:spcPts val="1890"/>
              </a:lnSpc>
              <a:spcBef>
                <a:spcPct val="0"/>
              </a:spcBef>
              <a:spcAft>
                <a:spcPts val="1969"/>
              </a:spcAft>
              <a:buClrTx/>
              <a:buSzPct val="80000"/>
              <a:buFontTx/>
              <a:buBlip>
                <a:blip r:embed="rId10">
                  <a:extLst>
                    <a:ext uri="{96DAC541-7B7A-43D3-8B79-37D633B846F1}">
                      <asvg:svgBlip xmlns:asvg="http://schemas.microsoft.com/office/drawing/2016/SVG/main" r:embed="rId11"/>
                    </a:ext>
                  </a:extLst>
                </a:blip>
              </a:buBlip>
              <a:defRPr lang="en-US" sz="1350" kern="1200">
                <a:solidFill>
                  <a:srgbClr val="2C2C2C"/>
                </a:solidFill>
                <a:latin typeface="Century Gothic" panose="020b0502020202020204" pitchFamily="34" charset="0"/>
                <a:ea typeface="Century Gothic" panose="020b0502020202020204" pitchFamily="34" charset="0"/>
                <a:cs typeface="Arial" pitchFamily="34" charset="0"/>
              </a:defRPr>
            </a:lvl1pPr>
            <a:lvl2pPr>
              <a:defRPr lang="en-US" sz="1519" kern="1200" smtClean="0">
                <a:solidFill>
                  <a:srgbClr val="204852"/>
                </a:solidFill>
                <a:latin typeface="Poppins SemiBold" pitchFamily="34" charset="0"/>
                <a:ea typeface="Poppins SemiBold" pitchFamily="34" charset="-122"/>
                <a:cs typeface="Poppins SemiBold" pitchFamily="34" charset="-120"/>
              </a:defRPr>
            </a:lvl2pPr>
            <a:lvl3pPr>
              <a:defRPr lang="en-US" sz="1519" kern="1200" smtClean="0">
                <a:solidFill>
                  <a:srgbClr val="204852"/>
                </a:solidFill>
                <a:latin typeface="Poppins SemiBold" pitchFamily="34" charset="0"/>
                <a:ea typeface="Poppins SemiBold" pitchFamily="34" charset="-122"/>
                <a:cs typeface="Poppins SemiBold" pitchFamily="34" charset="-120"/>
              </a:defRPr>
            </a:lvl3pPr>
            <a:lvl4pPr>
              <a:defRPr lang="en-US" sz="1519" kern="1200" smtClean="0">
                <a:solidFill>
                  <a:srgbClr val="204852"/>
                </a:solidFill>
                <a:latin typeface="Poppins SemiBold" pitchFamily="34" charset="0"/>
                <a:ea typeface="Poppins SemiBold" pitchFamily="34" charset="-122"/>
                <a:cs typeface="Poppins SemiBold" pitchFamily="34" charset="-120"/>
              </a:defRPr>
            </a:lvl4pPr>
            <a:lvl5pPr>
              <a:defRPr lang="en-US" sz="1519" kern="1200">
                <a:solidFill>
                  <a:srgbClr val="204852"/>
                </a:solidFill>
                <a:latin typeface="Poppins SemiBold" pitchFamily="34" charset="0"/>
                <a:ea typeface="Poppins SemiBold" pitchFamily="34" charset="-122"/>
                <a:cs typeface="Poppins SemiBold" pitchFamily="34" charset="-120"/>
              </a:defRPr>
            </a:lvl5pPr>
          </a:lstStyle>
          <a:p>
            <a:pPr lvl="0"/>
            <a:r>
              <a:rPr lang="en-US"/>
              <a:t>Click to edit Master text styles</a:t>
            </a:r>
          </a:p>
          <a:p>
            <a:pPr marL="214313" marR="0" lvl="0" indent="-214313" algn="l" defTabSz="685800" rtl="0" eaLnBrk="1" fontAlgn="auto" latinLnBrk="0" hangingPunct="1">
              <a:lnSpc>
                <a:spcPts val="1890"/>
              </a:lnSpc>
              <a:spcBef>
                <a:spcPct val="0"/>
              </a:spcBef>
              <a:spcAft>
                <a:spcPts val="1969"/>
              </a:spcAft>
              <a:buClrTx/>
              <a:buSzPct val="80000"/>
              <a:buFontTx/>
              <a:buBlip>
                <a:blip r:embed="rId10">
                  <a:extLst>
                    <a:ext uri="{96DAC541-7B7A-43D3-8B79-37D633B846F1}">
                      <asvg:svgBlip xmlns:asvg="http://schemas.microsoft.com/office/drawing/2016/SVG/main" r:embed="rId11"/>
                    </a:ext>
                  </a:extLst>
                </a:blip>
              </a:buBlip>
              <a:defRPr/>
            </a:pPr>
            <a:r>
              <a:rPr lang="en-US"/>
              <a:t>Click to edit Master text styles</a:t>
            </a:r>
          </a:p>
          <a:p>
            <a:pPr lvl="0"/>
            <a:r>
              <a:rPr lang="en-US"/>
              <a:t>Click to edit Master text styles</a:t>
            </a:r>
          </a:p>
          <a:p>
            <a:pPr marL="214313" marR="0" lvl="0" indent="-214313" algn="l" defTabSz="685800" rtl="0" eaLnBrk="1" fontAlgn="auto" latinLnBrk="0" hangingPunct="1">
              <a:lnSpc>
                <a:spcPct val="100000"/>
              </a:lnSpc>
              <a:spcBef>
                <a:spcPct val="20000"/>
              </a:spcBef>
              <a:spcAft>
                <a:spcPct val="0"/>
              </a:spcAft>
              <a:buClrTx/>
              <a:buSzPct val="80000"/>
              <a:buFontTx/>
              <a:buBlip>
                <a:blip r:embed="rId10">
                  <a:extLst>
                    <a:ext uri="{96DAC541-7B7A-43D3-8B79-37D633B846F1}">
                      <asvg:svgBlip xmlns:asvg="http://schemas.microsoft.com/office/drawing/2016/SVG/main" r:embed="rId11"/>
                    </a:ext>
                  </a:extLst>
                </a:blip>
              </a:buBlip>
              <a:defRPr/>
            </a:pPr>
            <a:r>
              <a:rPr lang="en-US"/>
              <a:t>Click to edit Master text styles</a:t>
            </a:r>
          </a:p>
          <a:p>
            <a:pPr lvl="0"/>
            <a:endParaRPr lang="en-US"/>
          </a:p>
        </p:txBody>
      </p:sp>
      <p:sp>
        <p:nvSpPr>
          <p:cNvPr id="53" name="Text Placeholder 5">
            <a:extLst>
              <a:ext uri="{FF2B5EF4-FFF2-40B4-BE49-F238E27FC236}">
                <a16:creationId xmlns:a16="http://schemas.microsoft.com/office/drawing/2014/main" id="{B4CAAAD6-EAE9-4FF6-8157-9C6645285F79}"/>
              </a:ext>
            </a:extLst>
          </p:cNvPr>
          <p:cNvSpPr>
            <a:spLocks noGrp="1"/>
          </p:cNvSpPr>
          <p:nvPr>
            <p:ph type="body" sz="quarter" idx="20"/>
          </p:nvPr>
        </p:nvSpPr>
        <p:spPr>
          <a:xfrm>
            <a:off x="7107436" y="5045078"/>
            <a:ext cx="2609850" cy="3717922"/>
          </a:xfrm>
          <a:prstGeom prst="rect">
            <a:avLst/>
          </a:prstGeom>
        </p:spPr>
        <p:txBody>
          <a:bodyPr/>
          <a:lstStyle>
            <a:lvl1pPr marL="214313" marR="0" indent="-214313" algn="l" defTabSz="685800" rtl="0" eaLnBrk="1" fontAlgn="auto" latinLnBrk="0" hangingPunct="1">
              <a:lnSpc>
                <a:spcPts val="1890"/>
              </a:lnSpc>
              <a:spcBef>
                <a:spcPct val="0"/>
              </a:spcBef>
              <a:spcAft>
                <a:spcPts val="1969"/>
              </a:spcAft>
              <a:buClrTx/>
              <a:buSzPct val="80000"/>
              <a:buFontTx/>
              <a:buBlip>
                <a:blip r:embed="rId10">
                  <a:extLst>
                    <a:ext uri="{96DAC541-7B7A-43D3-8B79-37D633B846F1}">
                      <asvg:svgBlip xmlns:asvg="http://schemas.microsoft.com/office/drawing/2016/SVG/main" r:embed="rId11"/>
                    </a:ext>
                  </a:extLst>
                </a:blip>
              </a:buBlip>
              <a:defRPr lang="en-US" sz="1350" kern="1200">
                <a:solidFill>
                  <a:srgbClr val="2C2C2C"/>
                </a:solidFill>
                <a:latin typeface="Century Gothic" panose="020b0502020202020204" pitchFamily="34" charset="0"/>
                <a:ea typeface="Century Gothic" panose="020b0502020202020204" pitchFamily="34" charset="0"/>
                <a:cs typeface="Arial" pitchFamily="34" charset="0"/>
              </a:defRPr>
            </a:lvl1pPr>
            <a:lvl2pPr>
              <a:defRPr lang="en-US" sz="1519" kern="1200" smtClean="0">
                <a:solidFill>
                  <a:srgbClr val="204852"/>
                </a:solidFill>
                <a:latin typeface="Poppins SemiBold" pitchFamily="34" charset="0"/>
                <a:ea typeface="Poppins SemiBold" pitchFamily="34" charset="-122"/>
                <a:cs typeface="Poppins SemiBold" pitchFamily="34" charset="-120"/>
              </a:defRPr>
            </a:lvl2pPr>
            <a:lvl3pPr>
              <a:defRPr lang="en-US" sz="1519" kern="1200" smtClean="0">
                <a:solidFill>
                  <a:srgbClr val="204852"/>
                </a:solidFill>
                <a:latin typeface="Poppins SemiBold" pitchFamily="34" charset="0"/>
                <a:ea typeface="Poppins SemiBold" pitchFamily="34" charset="-122"/>
                <a:cs typeface="Poppins SemiBold" pitchFamily="34" charset="-120"/>
              </a:defRPr>
            </a:lvl3pPr>
            <a:lvl4pPr>
              <a:defRPr lang="en-US" sz="1519" kern="1200" smtClean="0">
                <a:solidFill>
                  <a:srgbClr val="204852"/>
                </a:solidFill>
                <a:latin typeface="Poppins SemiBold" pitchFamily="34" charset="0"/>
                <a:ea typeface="Poppins SemiBold" pitchFamily="34" charset="-122"/>
                <a:cs typeface="Poppins SemiBold" pitchFamily="34" charset="-120"/>
              </a:defRPr>
            </a:lvl4pPr>
            <a:lvl5pPr>
              <a:defRPr lang="en-US" sz="1519" kern="1200">
                <a:solidFill>
                  <a:srgbClr val="204852"/>
                </a:solidFill>
                <a:latin typeface="Poppins SemiBold" pitchFamily="34" charset="0"/>
                <a:ea typeface="Poppins SemiBold" pitchFamily="34" charset="-122"/>
                <a:cs typeface="Poppins SemiBold" pitchFamily="34" charset="-120"/>
              </a:defRPr>
            </a:lvl5pPr>
          </a:lstStyle>
          <a:p>
            <a:pPr lvl="0"/>
            <a:r>
              <a:rPr lang="en-US"/>
              <a:t>Click to edit Master text styles</a:t>
            </a:r>
          </a:p>
          <a:p>
            <a:pPr marL="214313" marR="0" lvl="0" indent="-214313" algn="l" defTabSz="685800" rtl="0" eaLnBrk="1" fontAlgn="auto" latinLnBrk="0" hangingPunct="1">
              <a:lnSpc>
                <a:spcPts val="1890"/>
              </a:lnSpc>
              <a:spcBef>
                <a:spcPct val="0"/>
              </a:spcBef>
              <a:spcAft>
                <a:spcPts val="1969"/>
              </a:spcAft>
              <a:buClrTx/>
              <a:buSzPct val="80000"/>
              <a:buFontTx/>
              <a:buBlip>
                <a:blip r:embed="rId10">
                  <a:extLst>
                    <a:ext uri="{96DAC541-7B7A-43D3-8B79-37D633B846F1}">
                      <asvg:svgBlip xmlns:asvg="http://schemas.microsoft.com/office/drawing/2016/SVG/main" r:embed="rId11"/>
                    </a:ext>
                  </a:extLst>
                </a:blip>
              </a:buBlip>
              <a:defRPr/>
            </a:pPr>
            <a:r>
              <a:rPr lang="en-US"/>
              <a:t>Click to edit Master text styles</a:t>
            </a:r>
          </a:p>
          <a:p>
            <a:pPr lvl="0"/>
            <a:r>
              <a:rPr lang="en-US"/>
              <a:t>Click to edit Master text styles</a:t>
            </a:r>
          </a:p>
          <a:p>
            <a:pPr marL="214313" marR="0" lvl="0" indent="-214313" algn="l" defTabSz="685800" rtl="0" eaLnBrk="1" fontAlgn="auto" latinLnBrk="0" hangingPunct="1">
              <a:lnSpc>
                <a:spcPct val="100000"/>
              </a:lnSpc>
              <a:spcBef>
                <a:spcPct val="20000"/>
              </a:spcBef>
              <a:spcAft>
                <a:spcPct val="0"/>
              </a:spcAft>
              <a:buClrTx/>
              <a:buSzPct val="80000"/>
              <a:buFontTx/>
              <a:buBlip>
                <a:blip r:embed="rId10">
                  <a:extLst>
                    <a:ext uri="{96DAC541-7B7A-43D3-8B79-37D633B846F1}">
                      <asvg:svgBlip xmlns:asvg="http://schemas.microsoft.com/office/drawing/2016/SVG/main" r:embed="rId11"/>
                    </a:ext>
                  </a:extLst>
                </a:blip>
              </a:buBlip>
              <a:defRPr/>
            </a:pPr>
            <a:r>
              <a:rPr lang="en-US"/>
              <a:t>Click to edit Master text styles</a:t>
            </a:r>
          </a:p>
          <a:p>
            <a:pPr lvl="0"/>
            <a:endParaRPr lang="en-US"/>
          </a:p>
        </p:txBody>
      </p:sp>
      <p:sp>
        <p:nvSpPr>
          <p:cNvPr id="54" name="Text Placeholder 5">
            <a:extLst>
              <a:ext uri="{FF2B5EF4-FFF2-40B4-BE49-F238E27FC236}">
                <a16:creationId xmlns:a16="http://schemas.microsoft.com/office/drawing/2014/main" id="{8BE244D0-B896-43EF-A9DF-65D85125D49C}"/>
              </a:ext>
            </a:extLst>
          </p:cNvPr>
          <p:cNvSpPr>
            <a:spLocks noGrp="1"/>
          </p:cNvSpPr>
          <p:nvPr>
            <p:ph type="body" sz="quarter" idx="21"/>
          </p:nvPr>
        </p:nvSpPr>
        <p:spPr>
          <a:xfrm>
            <a:off x="10236994" y="5045078"/>
            <a:ext cx="2609850" cy="3717922"/>
          </a:xfrm>
          <a:prstGeom prst="rect">
            <a:avLst/>
          </a:prstGeom>
        </p:spPr>
        <p:txBody>
          <a:bodyPr/>
          <a:lstStyle>
            <a:lvl1pPr marL="214313" marR="0" indent="-214313" algn="l" defTabSz="685800" rtl="0" eaLnBrk="1" fontAlgn="auto" latinLnBrk="0" hangingPunct="1">
              <a:lnSpc>
                <a:spcPts val="1890"/>
              </a:lnSpc>
              <a:spcBef>
                <a:spcPct val="0"/>
              </a:spcBef>
              <a:spcAft>
                <a:spcPts val="1969"/>
              </a:spcAft>
              <a:buClrTx/>
              <a:buSzPct val="80000"/>
              <a:buFontTx/>
              <a:buBlip>
                <a:blip r:embed="rId10">
                  <a:extLst>
                    <a:ext uri="{96DAC541-7B7A-43D3-8B79-37D633B846F1}">
                      <asvg:svgBlip xmlns:asvg="http://schemas.microsoft.com/office/drawing/2016/SVG/main" r:embed="rId11"/>
                    </a:ext>
                  </a:extLst>
                </a:blip>
              </a:buBlip>
              <a:defRPr lang="en-US" sz="1350" kern="1200">
                <a:solidFill>
                  <a:srgbClr val="2C2C2C"/>
                </a:solidFill>
                <a:latin typeface="Century Gothic" panose="020b0502020202020204" pitchFamily="34" charset="0"/>
                <a:ea typeface="Century Gothic" panose="020b0502020202020204" pitchFamily="34" charset="0"/>
                <a:cs typeface="Arial" pitchFamily="34" charset="0"/>
              </a:defRPr>
            </a:lvl1pPr>
            <a:lvl2pPr>
              <a:defRPr lang="en-US" sz="1519" kern="1200" smtClean="0">
                <a:solidFill>
                  <a:srgbClr val="204852"/>
                </a:solidFill>
                <a:latin typeface="Poppins SemiBold" pitchFamily="34" charset="0"/>
                <a:ea typeface="Poppins SemiBold" pitchFamily="34" charset="-122"/>
                <a:cs typeface="Poppins SemiBold" pitchFamily="34" charset="-120"/>
              </a:defRPr>
            </a:lvl2pPr>
            <a:lvl3pPr>
              <a:defRPr lang="en-US" sz="1519" kern="1200" smtClean="0">
                <a:solidFill>
                  <a:srgbClr val="204852"/>
                </a:solidFill>
                <a:latin typeface="Poppins SemiBold" pitchFamily="34" charset="0"/>
                <a:ea typeface="Poppins SemiBold" pitchFamily="34" charset="-122"/>
                <a:cs typeface="Poppins SemiBold" pitchFamily="34" charset="-120"/>
              </a:defRPr>
            </a:lvl3pPr>
            <a:lvl4pPr>
              <a:defRPr lang="en-US" sz="1519" kern="1200" smtClean="0">
                <a:solidFill>
                  <a:srgbClr val="204852"/>
                </a:solidFill>
                <a:latin typeface="Poppins SemiBold" pitchFamily="34" charset="0"/>
                <a:ea typeface="Poppins SemiBold" pitchFamily="34" charset="-122"/>
                <a:cs typeface="Poppins SemiBold" pitchFamily="34" charset="-120"/>
              </a:defRPr>
            </a:lvl4pPr>
            <a:lvl5pPr>
              <a:defRPr lang="en-US" sz="1519" kern="1200">
                <a:solidFill>
                  <a:srgbClr val="204852"/>
                </a:solidFill>
                <a:latin typeface="Poppins SemiBold" pitchFamily="34" charset="0"/>
                <a:ea typeface="Poppins SemiBold" pitchFamily="34" charset="-122"/>
                <a:cs typeface="Poppins SemiBold" pitchFamily="34" charset="-120"/>
              </a:defRPr>
            </a:lvl5pPr>
          </a:lstStyle>
          <a:p>
            <a:pPr lvl="0"/>
            <a:r>
              <a:rPr lang="en-US"/>
              <a:t>Click to edit Master text styles</a:t>
            </a:r>
          </a:p>
          <a:p>
            <a:pPr marL="214313" marR="0" lvl="0" indent="-214313" algn="l" defTabSz="685800" rtl="0" eaLnBrk="1" fontAlgn="auto" latinLnBrk="0" hangingPunct="1">
              <a:lnSpc>
                <a:spcPts val="1890"/>
              </a:lnSpc>
              <a:spcBef>
                <a:spcPct val="0"/>
              </a:spcBef>
              <a:spcAft>
                <a:spcPts val="1969"/>
              </a:spcAft>
              <a:buClrTx/>
              <a:buSzPct val="80000"/>
              <a:buFontTx/>
              <a:buBlip>
                <a:blip r:embed="rId10">
                  <a:extLst>
                    <a:ext uri="{96DAC541-7B7A-43D3-8B79-37D633B846F1}">
                      <asvg:svgBlip xmlns:asvg="http://schemas.microsoft.com/office/drawing/2016/SVG/main" r:embed="rId11"/>
                    </a:ext>
                  </a:extLst>
                </a:blip>
              </a:buBlip>
              <a:defRPr/>
            </a:pPr>
            <a:r>
              <a:rPr lang="en-US"/>
              <a:t>Click to edit Master text styles</a:t>
            </a:r>
          </a:p>
          <a:p>
            <a:pPr lvl="0"/>
            <a:r>
              <a:rPr lang="en-US"/>
              <a:t>Click to edit Master text styles</a:t>
            </a:r>
          </a:p>
          <a:p>
            <a:pPr marL="214313" marR="0" lvl="0" indent="-214313" algn="l" defTabSz="685800" rtl="0" eaLnBrk="1" fontAlgn="auto" latinLnBrk="0" hangingPunct="1">
              <a:lnSpc>
                <a:spcPct val="100000"/>
              </a:lnSpc>
              <a:spcBef>
                <a:spcPct val="20000"/>
              </a:spcBef>
              <a:spcAft>
                <a:spcPct val="0"/>
              </a:spcAft>
              <a:buClrTx/>
              <a:buSzPct val="80000"/>
              <a:buFontTx/>
              <a:buBlip>
                <a:blip r:embed="rId10">
                  <a:extLst>
                    <a:ext uri="{96DAC541-7B7A-43D3-8B79-37D633B846F1}">
                      <asvg:svgBlip xmlns:asvg="http://schemas.microsoft.com/office/drawing/2016/SVG/main" r:embed="rId11"/>
                    </a:ext>
                  </a:extLst>
                </a:blip>
              </a:buBlip>
              <a:defRPr/>
            </a:pPr>
            <a:r>
              <a:rPr lang="en-US"/>
              <a:t>Click to edit Master text styles</a:t>
            </a:r>
          </a:p>
          <a:p>
            <a:pPr lvl="0"/>
            <a:endParaRPr lang="en-US"/>
          </a:p>
        </p:txBody>
      </p:sp>
      <p:sp>
        <p:nvSpPr>
          <p:cNvPr id="55" name="Footer Placeholder" title=""/>
          <p:cNvSpPr txBox="1">
            <a:spLocks noGrp="1"/>
          </p:cNvSpPr>
          <p:nvPr>
            <p:ph type="ftr" sz="quarter" idx="3"/>
          </p:nvPr>
        </p:nvSpPr>
        <p:spPr/>
        <p:txBody>
          <a:bodyPr vert="horz" lIns="91440" tIns="45720" rIns="91440" bIns="45720" rtlCol="0" anchor="ctr"/>
          <a:lstStyle>
            <a:lvl1pPr algn="ctr">
              <a:defRPr sz="1200">
                <a:solidFill>
                  <a:schemeClr val="tx1">
                    <a:tint val="75000"/>
                  </a:schemeClr>
                </a:solidFill>
              </a:defRPr>
            </a:lvl1pPr>
          </a:lstStyle>
          <a:p>
            <a:r>
              <a:rPr lang="en-US"/>
              <a:t>Confidential - Customer Success Analysis</a:t>
            </a:r>
          </a:p>
        </p:txBody>
      </p:sp>
    </p:spTree>
    <p:extLst>
      <p:ext uri="{BB962C8B-B14F-4D97-AF65-F5344CB8AC3E}">
        <p14:creationId val="2856034188"/>
      </p:ext>
    </p:extLst>
  </p:cSld>
  <p:clrMapOvr>
    <a:masterClrMapping/>
  </p:clrMapOvr>
  <p:transition/>
  <p:timing/>
</p:sldLayout>
</file>

<file path=ppt/slideLayouts/slideLayout18.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reserve="1" userDrawn="1">
  <p:cSld name="13_Custom Layout">
    <p:spTree>
      <p:nvGrpSpPr>
        <p:cNvPr id="1" name=""/>
        <p:cNvGrpSpPr/>
        <p:nvPr/>
      </p:nvGrpSpPr>
      <p:grpSpPr>
        <a:xfrm>
          <a:off x="0" y="0"/>
          <a:ext cx="0" cy="0"/>
        </a:xfrm>
      </p:grpSpPr>
      <p:graphicFrame>
        <p:nvGraphicFramePr>
          <p:cNvPr id="9" name="think-cell data - do not delete" hidden="1">
            <a:extLst>
              <a:ext uri="{FF2B5EF4-FFF2-40B4-BE49-F238E27FC236}">
                <a16:creationId xmlns:a16="http://schemas.microsoft.com/office/drawing/2014/main" id="{4B9A50DA-9F87-2526-CCCC-BA00B11B00C6}"/>
              </a:ext>
            </a:extLst>
          </p:cNvPr>
          <p:cNvGraphicFramePr>
            <a:graphicFrameLocks noChangeAspect="1"/>
          </p:cNvGraphicFramePr>
          <p:nvPr userDrawn="1">
            <p:custDataLst>
              <p:tags r:id="rId1"/>
            </p:custDataLst>
            <p:extLst>
              <p:ext uri="{D42A27DB-BD31-4B8C-83A1-F6EECF244321}">
                <p14:modId val="2146504057"/>
              </p:ext>
            </p:extLst>
          </p:nvPr>
        </p:nvGraphicFramePr>
        <p:xfrm>
          <a:off x="1191" y="1588"/>
          <a:ext cx="1191" cy="1588"/>
        </p:xfrm>
        <a:graphic>
          <a:graphicData uri="http://schemas.openxmlformats.org/presentationml/2006/ole">
            <mc:AlternateContent>
              <mc:Choice xmlns:v="urn:schemas-microsoft-com:vml" Requires="v">
                <p:oleObj spid="_x0000_s1044" name="think-cell Slide" r:id="rId2" imgW="484" imgH="486" progId="TCLayout.ActiveDocument.1">
                  <p:embed/>
                </p:oleObj>
              </mc:Choice>
              <mc:Fallback>
                <p:oleObj name="think-cell Slide" r:id="rId2" imgW="484" imgH="486" progId="TCLayout.ActiveDocument.1">
                  <p:embed/>
                  <p:pic>
                    <p:nvPicPr>
                      <p:cNvPr id="0" name="OLE substitute image"/>
                      <p:cNvPicPr/>
                      <p:nvPr/>
                    </p:nvPicPr>
                    <p:blipFill>
                      <a:blip r:embed="rId3"/>
                      <a:stretch>
                        <a:fillRect/>
                      </a:stretch>
                    </p:blipFill>
                    <p:spPr>
                      <a:xfrm>
                        <a:off x="1191" y="1588"/>
                        <a:ext cx="1191" cy="1588"/>
                      </a:xfrm>
                      <a:prstGeom prst="rect">
                        <a:avLst/>
                      </a:prstGeom>
                    </p:spPr>
                  </p:pic>
                </p:oleObj>
              </mc:Fallback>
            </mc:AlternateContent>
          </a:graphicData>
        </a:graphic>
      </p:graphicFrame>
      <p:pic>
        <p:nvPicPr>
          <p:cNvPr id="3" name="Picture 2">
            <a:extLst>
              <a:ext uri="{FF2B5EF4-FFF2-40B4-BE49-F238E27FC236}">
                <a16:creationId xmlns:a16="http://schemas.microsoft.com/office/drawing/2014/main" id="{7E21CB59-27BF-42E2-9F67-D18802E55DE1}"/>
              </a:ext>
            </a:extLst>
          </p:cNvPr>
          <p:cNvPicPr>
            <a:picLocks noChangeAspect="1"/>
          </p:cNvPicPr>
          <p:nvPr userDrawn="1"/>
        </p:nvPicPr>
        <p:blipFill>
          <a:blip r:embed="rId4"/>
          <a:stretch>
            <a:fillRect/>
          </a:stretch>
        </p:blipFill>
        <p:spPr>
          <a:xfrm>
            <a:off x="0" y="0"/>
            <a:ext cx="13716000" cy="10287000"/>
          </a:xfrm>
          <a:prstGeom prst="rect">
            <a:avLst/>
          </a:prstGeom>
        </p:spPr>
      </p:pic>
      <p:pic>
        <p:nvPicPr>
          <p:cNvPr id="4" name="Image 0" descr="preencoded.png">
            <a:extLst>
              <a:ext uri="{FF2B5EF4-FFF2-40B4-BE49-F238E27FC236}">
                <a16:creationId xmlns:a16="http://schemas.microsoft.com/office/drawing/2014/main" id="{9EE68FEA-7D69-48BC-B405-12CAD0663530}"/>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0" y="9701938"/>
            <a:ext cx="13716000" cy="585063"/>
          </a:xfrm>
          <a:prstGeom prst="rect">
            <a:avLst/>
          </a:prstGeom>
        </p:spPr>
      </p:pic>
      <p:pic>
        <p:nvPicPr>
          <p:cNvPr id="15" name="Image 4" descr="preencoded.png">
            <a:extLst>
              <a:ext uri="{FF2B5EF4-FFF2-40B4-BE49-F238E27FC236}">
                <a16:creationId xmlns:a16="http://schemas.microsoft.com/office/drawing/2014/main" id="{788C2007-D360-4FFF-9B7E-8E6DDD5166D0}"/>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12982716" y="9701938"/>
            <a:ext cx="733284" cy="585062"/>
          </a:xfrm>
          <a:prstGeom prst="rect">
            <a:avLst/>
          </a:prstGeom>
        </p:spPr>
      </p:pic>
      <p:sp>
        <p:nvSpPr>
          <p:cNvPr id="17" name="Slide Number Placeholder 5">
            <a:extLst>
              <a:ext uri="{FF2B5EF4-FFF2-40B4-BE49-F238E27FC236}">
                <a16:creationId xmlns:a16="http://schemas.microsoft.com/office/drawing/2014/main" id="{9E0DE121-3CF7-4C8C-B9FE-FD9AB53486C0}"/>
              </a:ext>
            </a:extLst>
          </p:cNvPr>
          <p:cNvSpPr>
            <a:spLocks noGrp="1"/>
          </p:cNvSpPr>
          <p:nvPr>
            <p:ph type="sldNum" sz="quarter" idx="13"/>
          </p:nvPr>
        </p:nvSpPr>
        <p:spPr>
          <a:xfrm>
            <a:off x="12982716" y="9806575"/>
            <a:ext cx="733284" cy="378105"/>
          </a:xfrm>
          <a:prstGeom prst="rect">
            <a:avLst/>
          </a:prstGeom>
        </p:spPr>
        <p:txBody>
          <a:bodyPr/>
          <a:lstStyle>
            <a:lvl1pPr marL="0" algn="ctr" defTabSz="914400" rtl="0" eaLnBrk="1" latinLnBrk="0" hangingPunct="1">
              <a:defRPr lang="en-US" sz="1350" kern="1200">
                <a:solidFill>
                  <a:srgbClr val="FFFFFF"/>
                </a:solidFill>
                <a:latin typeface="Century Gothic" panose="020b0502020202020204" pitchFamily="34" charset="0"/>
                <a:ea typeface="Century Gothic" panose="020b0502020202020204" pitchFamily="34" charset="0"/>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3D6C64-01FF-444E-AD84-E895EC95156E}" type="slidenum">
              <a:rPr lang="en-US" smtClean="0"/>
              <a:t>‹#›</a:t>
            </a:fld>
            <a:endParaRPr lang="en-US"/>
          </a:p>
        </p:txBody>
      </p:sp>
      <p:sp>
        <p:nvSpPr>
          <p:cNvPr id="21" name="Title 19">
            <a:extLst>
              <a:ext uri="{FF2B5EF4-FFF2-40B4-BE49-F238E27FC236}">
                <a16:creationId xmlns:a16="http://schemas.microsoft.com/office/drawing/2014/main" id="{0074C98C-5A66-41B2-A70E-B454BF3A9711}"/>
              </a:ext>
            </a:extLst>
          </p:cNvPr>
          <p:cNvSpPr>
            <a:spLocks noGrp="1"/>
          </p:cNvSpPr>
          <p:nvPr>
            <p:ph type="title"/>
          </p:nvPr>
        </p:nvSpPr>
        <p:spPr>
          <a:xfrm>
            <a:off x="628650" y="912814"/>
            <a:ext cx="11830050" cy="609600"/>
          </a:xfrm>
          <a:prstGeom prst="rect">
            <a:avLst/>
          </a:prstGeom>
        </p:spPr>
        <p:txBody>
          <a:bodyPr vert="horz"/>
          <a:lstStyle>
            <a:lvl1pPr algn="l">
              <a:defRPr lang="en-US" sz="2531" b="1" kern="1200">
                <a:solidFill>
                  <a:srgbClr val="2C2C2C"/>
                </a:solidFill>
                <a:latin typeface="Century Gothic" panose="020b0502020202020204" pitchFamily="34" charset="0"/>
                <a:ea typeface="Century Gothic" panose="020b0502020202020204" pitchFamily="34" charset="0"/>
                <a:cs typeface="Poppins SemiBold" pitchFamily="34" charset="-120"/>
              </a:defRPr>
            </a:lvl1pPr>
          </a:lstStyle>
          <a:p>
            <a:r>
              <a:rPr lang="en-US"/>
              <a:t>Click to edit Master title style</a:t>
            </a:r>
          </a:p>
        </p:txBody>
      </p:sp>
      <p:pic>
        <p:nvPicPr>
          <p:cNvPr id="14" name="Image 9" descr="preencoded.png">
            <a:extLst>
              <a:ext uri="{FF2B5EF4-FFF2-40B4-BE49-F238E27FC236}">
                <a16:creationId xmlns:a16="http://schemas.microsoft.com/office/drawing/2014/main" id="{C3D2CAD9-F4FF-4912-9E78-4E50CBCE1A7B}"/>
              </a:ext>
            </a:extLst>
          </p:cNvPr>
          <p:cNvPicPr>
            <a:picLocks noChangeAspect="1"/>
          </p:cNvPicPr>
          <p:nvPr userDrawn="1"/>
        </p:nvPicPr>
        <p:blipFill>
          <a:blip r:embed="rId9">
            <a:extLst>
              <a:ext uri="{96DAC541-7B7A-43D3-8B79-37D633B846F1}">
                <asvg:svgBlip xmlns:asvg="http://schemas.microsoft.com/office/drawing/2016/SVG/main" r:embed="rId10"/>
              </a:ext>
            </a:extLst>
          </a:blip>
          <a:stretch>
            <a:fillRect/>
          </a:stretch>
        </p:blipFill>
        <p:spPr>
          <a:xfrm>
            <a:off x="6929062" y="3633533"/>
            <a:ext cx="5613860" cy="5475954"/>
          </a:xfrm>
          <a:prstGeom prst="rect">
            <a:avLst/>
          </a:prstGeom>
        </p:spPr>
      </p:pic>
      <p:sp>
        <p:nvSpPr>
          <p:cNvPr id="30" name="Text 4">
            <a:extLst>
              <a:ext uri="{FF2B5EF4-FFF2-40B4-BE49-F238E27FC236}">
                <a16:creationId xmlns:a16="http://schemas.microsoft.com/office/drawing/2014/main" id="{772F4075-93CF-4D92-847D-4C917D6A1138}"/>
              </a:ext>
            </a:extLst>
          </p:cNvPr>
          <p:cNvSpPr/>
          <p:nvPr userDrawn="1"/>
        </p:nvSpPr>
        <p:spPr>
          <a:xfrm>
            <a:off x="4413335" y="1849852"/>
            <a:ext cx="207169" cy="295275"/>
          </a:xfrm>
          <a:prstGeom prst="rect">
            <a:avLst/>
          </a:prstGeom>
          <a:noFill/>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1733"/>
              </a:lnSpc>
              <a:buNone/>
            </a:pPr>
            <a:r>
              <a:rPr lang="en-US" sz="1238">
                <a:solidFill>
                  <a:srgbClr val="FFFFFF"/>
                </a:solidFill>
                <a:latin typeface="Century Gothic" panose="020b0502020202020204" pitchFamily="34" charset="0"/>
                <a:ea typeface="Poppins SemiBold" pitchFamily="34" charset="-122"/>
                <a:cs typeface="Poppins SemiBold" pitchFamily="34" charset="-120"/>
              </a:rPr>
              <a:t>02</a:t>
            </a:r>
            <a:endParaRPr lang="en-US" sz="1238">
              <a:latin typeface="Century Gothic" panose="020b0502020202020204" pitchFamily="34" charset="0"/>
            </a:endParaRPr>
          </a:p>
        </p:txBody>
      </p:sp>
      <p:sp>
        <p:nvSpPr>
          <p:cNvPr id="31" name="Text 5">
            <a:extLst>
              <a:ext uri="{FF2B5EF4-FFF2-40B4-BE49-F238E27FC236}">
                <a16:creationId xmlns:a16="http://schemas.microsoft.com/office/drawing/2014/main" id="{B8DEC8C4-AF20-4E69-90FB-C22AABCB16E0}"/>
              </a:ext>
            </a:extLst>
          </p:cNvPr>
          <p:cNvSpPr/>
          <p:nvPr userDrawn="1"/>
        </p:nvSpPr>
        <p:spPr>
          <a:xfrm>
            <a:off x="7506578" y="1849852"/>
            <a:ext cx="214313" cy="295275"/>
          </a:xfrm>
          <a:prstGeom prst="rect">
            <a:avLst/>
          </a:prstGeom>
          <a:noFill/>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1733"/>
              </a:lnSpc>
              <a:buNone/>
            </a:pPr>
            <a:r>
              <a:rPr lang="en-US" sz="1238">
                <a:solidFill>
                  <a:srgbClr val="FFFFFF"/>
                </a:solidFill>
                <a:latin typeface="Century Gothic" panose="020b0502020202020204" pitchFamily="34" charset="0"/>
                <a:ea typeface="Poppins SemiBold" pitchFamily="34" charset="-122"/>
                <a:cs typeface="Poppins SemiBold" pitchFamily="34" charset="-120"/>
              </a:rPr>
              <a:t>03</a:t>
            </a:r>
            <a:endParaRPr lang="en-US" sz="1238">
              <a:latin typeface="Century Gothic" panose="020b0502020202020204" pitchFamily="34" charset="0"/>
            </a:endParaRPr>
          </a:p>
        </p:txBody>
      </p:sp>
      <p:sp>
        <p:nvSpPr>
          <p:cNvPr id="32" name="Text 6">
            <a:extLst>
              <a:ext uri="{FF2B5EF4-FFF2-40B4-BE49-F238E27FC236}">
                <a16:creationId xmlns:a16="http://schemas.microsoft.com/office/drawing/2014/main" id="{E1E6E4F8-D9EC-444C-A752-FCC7A50406E8}"/>
              </a:ext>
            </a:extLst>
          </p:cNvPr>
          <p:cNvSpPr/>
          <p:nvPr userDrawn="1"/>
        </p:nvSpPr>
        <p:spPr>
          <a:xfrm>
            <a:off x="10621254" y="1849852"/>
            <a:ext cx="221456" cy="295275"/>
          </a:xfrm>
          <a:prstGeom prst="rect">
            <a:avLst/>
          </a:prstGeom>
          <a:noFill/>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1733"/>
              </a:lnSpc>
              <a:buNone/>
            </a:pPr>
            <a:r>
              <a:rPr lang="en-US" sz="1238">
                <a:solidFill>
                  <a:srgbClr val="FFFFFF"/>
                </a:solidFill>
                <a:latin typeface="Century Gothic" panose="020b0502020202020204" pitchFamily="34" charset="0"/>
                <a:ea typeface="Poppins SemiBold" pitchFamily="34" charset="-122"/>
                <a:cs typeface="Poppins SemiBold" pitchFamily="34" charset="-120"/>
              </a:rPr>
              <a:t>04</a:t>
            </a:r>
            <a:endParaRPr lang="en-US" sz="1238">
              <a:latin typeface="Century Gothic" panose="020b0502020202020204" pitchFamily="34" charset="0"/>
            </a:endParaRPr>
          </a:p>
        </p:txBody>
      </p:sp>
      <p:sp>
        <p:nvSpPr>
          <p:cNvPr id="42" name="Text Placeholder 5">
            <a:extLst>
              <a:ext uri="{FF2B5EF4-FFF2-40B4-BE49-F238E27FC236}">
                <a16:creationId xmlns:a16="http://schemas.microsoft.com/office/drawing/2014/main" id="{F4130C6E-6105-4020-860B-189CA1FD774F}"/>
              </a:ext>
            </a:extLst>
          </p:cNvPr>
          <p:cNvSpPr>
            <a:spLocks noGrp="1"/>
          </p:cNvSpPr>
          <p:nvPr>
            <p:ph type="body" sz="quarter" idx="15"/>
          </p:nvPr>
        </p:nvSpPr>
        <p:spPr>
          <a:xfrm>
            <a:off x="7475594" y="2386720"/>
            <a:ext cx="4732457" cy="1866243"/>
          </a:xfrm>
          <a:prstGeom prst="rect">
            <a:avLst/>
          </a:prstGeom>
        </p:spPr>
        <p:txBody>
          <a:bodyPr/>
          <a:lstStyle>
            <a:lvl1pPr marL="0" indent="0" algn="ctr">
              <a:lnSpc>
                <a:spcPts val="2126"/>
              </a:lnSpc>
              <a:buNone/>
              <a:defRPr lang="en-US" sz="1800" b="1" kern="1200" smtClean="0">
                <a:solidFill>
                  <a:srgbClr val="204852"/>
                </a:solidFill>
                <a:latin typeface="Century Gothic" panose="020b0502020202020204" pitchFamily="34" charset="0"/>
                <a:ea typeface="Century Gothic" panose="020b0502020202020204" pitchFamily="34" charset="0"/>
                <a:cs typeface="Poppins SemiBold" pitchFamily="34" charset="-120"/>
              </a:defRPr>
            </a:lvl1pPr>
            <a:lvl2pPr>
              <a:defRPr lang="en-US" sz="1519" kern="1200" smtClean="0">
                <a:solidFill>
                  <a:srgbClr val="204852"/>
                </a:solidFill>
                <a:latin typeface="Poppins SemiBold" pitchFamily="34" charset="0"/>
                <a:ea typeface="Poppins SemiBold" pitchFamily="34" charset="-122"/>
                <a:cs typeface="Poppins SemiBold" pitchFamily="34" charset="-120"/>
              </a:defRPr>
            </a:lvl2pPr>
            <a:lvl3pPr>
              <a:defRPr lang="en-US" sz="1519" kern="1200" smtClean="0">
                <a:solidFill>
                  <a:srgbClr val="204852"/>
                </a:solidFill>
                <a:latin typeface="Poppins SemiBold" pitchFamily="34" charset="0"/>
                <a:ea typeface="Poppins SemiBold" pitchFamily="34" charset="-122"/>
                <a:cs typeface="Poppins SemiBold" pitchFamily="34" charset="-120"/>
              </a:defRPr>
            </a:lvl3pPr>
            <a:lvl4pPr>
              <a:defRPr lang="en-US" sz="1519" kern="1200" smtClean="0">
                <a:solidFill>
                  <a:srgbClr val="204852"/>
                </a:solidFill>
                <a:latin typeface="Poppins SemiBold" pitchFamily="34" charset="0"/>
                <a:ea typeface="Poppins SemiBold" pitchFamily="34" charset="-122"/>
                <a:cs typeface="Poppins SemiBold" pitchFamily="34" charset="-120"/>
              </a:defRPr>
            </a:lvl4pPr>
            <a:lvl5pPr>
              <a:defRPr lang="en-US" sz="1519" kern="1200">
                <a:solidFill>
                  <a:srgbClr val="204852"/>
                </a:solidFill>
                <a:latin typeface="Poppins SemiBold" pitchFamily="34" charset="0"/>
                <a:ea typeface="Poppins SemiBold" pitchFamily="34" charset="-122"/>
                <a:cs typeface="Poppins SemiBold" pitchFamily="34" charset="-120"/>
              </a:defRPr>
            </a:lvl5pPr>
          </a:lstStyle>
          <a:p>
            <a:pPr lvl="0"/>
            <a:r>
              <a:rPr lang="en-US"/>
              <a:t>Click to edit Master text styles</a:t>
            </a:r>
          </a:p>
        </p:txBody>
      </p:sp>
      <p:sp>
        <p:nvSpPr>
          <p:cNvPr id="51" name="Text Placeholder 5">
            <a:extLst>
              <a:ext uri="{FF2B5EF4-FFF2-40B4-BE49-F238E27FC236}">
                <a16:creationId xmlns:a16="http://schemas.microsoft.com/office/drawing/2014/main" id="{D2604837-24AC-4455-996D-C897DBBB17DA}"/>
              </a:ext>
            </a:extLst>
          </p:cNvPr>
          <p:cNvSpPr>
            <a:spLocks noGrp="1"/>
          </p:cNvSpPr>
          <p:nvPr>
            <p:ph type="body" sz="quarter" idx="19"/>
          </p:nvPr>
        </p:nvSpPr>
        <p:spPr>
          <a:xfrm>
            <a:off x="7368570" y="4040657"/>
            <a:ext cx="4953937" cy="4792479"/>
          </a:xfrm>
          <a:prstGeom prst="rect">
            <a:avLst/>
          </a:prstGeom>
        </p:spPr>
        <p:txBody>
          <a:bodyPr/>
          <a:lstStyle>
            <a:lvl1pPr marL="214313" marR="0" indent="-214313" algn="l" defTabSz="685800" rtl="0" eaLnBrk="1" fontAlgn="auto" latinLnBrk="0" hangingPunct="1">
              <a:lnSpc>
                <a:spcPts val="1890"/>
              </a:lnSpc>
              <a:spcBef>
                <a:spcPct val="0"/>
              </a:spcBef>
              <a:spcAft>
                <a:spcPts val="1969"/>
              </a:spcAft>
              <a:buClrTx/>
              <a:buSzPct val="80000"/>
              <a:buFontTx/>
              <a:buBlip>
                <a:blip r:embed="rId11">
                  <a:extLst>
                    <a:ext uri="{96DAC541-7B7A-43D3-8B79-37D633B846F1}">
                      <asvg:svgBlip xmlns:asvg="http://schemas.microsoft.com/office/drawing/2016/SVG/main" r:embed="rId12"/>
                    </a:ext>
                  </a:extLst>
                </a:blip>
              </a:buBlip>
              <a:defRPr lang="en-US" sz="1350" kern="1200">
                <a:solidFill>
                  <a:srgbClr val="2C2C2C"/>
                </a:solidFill>
                <a:latin typeface="Century Gothic" panose="020b0502020202020204" pitchFamily="34" charset="0"/>
                <a:ea typeface="Century Gothic" panose="020b0502020202020204" pitchFamily="34" charset="0"/>
                <a:cs typeface="Arial" pitchFamily="34" charset="0"/>
              </a:defRPr>
            </a:lvl1pPr>
            <a:lvl2pPr>
              <a:defRPr lang="en-US" sz="1519" kern="1200" smtClean="0">
                <a:solidFill>
                  <a:srgbClr val="204852"/>
                </a:solidFill>
                <a:latin typeface="Poppins SemiBold" pitchFamily="34" charset="0"/>
                <a:ea typeface="Poppins SemiBold" pitchFamily="34" charset="-122"/>
                <a:cs typeface="Poppins SemiBold" pitchFamily="34" charset="-120"/>
              </a:defRPr>
            </a:lvl2pPr>
            <a:lvl3pPr>
              <a:defRPr lang="en-US" sz="1519" kern="1200" smtClean="0">
                <a:solidFill>
                  <a:srgbClr val="204852"/>
                </a:solidFill>
                <a:latin typeface="Poppins SemiBold" pitchFamily="34" charset="0"/>
                <a:ea typeface="Poppins SemiBold" pitchFamily="34" charset="-122"/>
                <a:cs typeface="Poppins SemiBold" pitchFamily="34" charset="-120"/>
              </a:defRPr>
            </a:lvl3pPr>
            <a:lvl4pPr>
              <a:defRPr lang="en-US" sz="1519" kern="1200" smtClean="0">
                <a:solidFill>
                  <a:srgbClr val="204852"/>
                </a:solidFill>
                <a:latin typeface="Poppins SemiBold" pitchFamily="34" charset="0"/>
                <a:ea typeface="Poppins SemiBold" pitchFamily="34" charset="-122"/>
                <a:cs typeface="Poppins SemiBold" pitchFamily="34" charset="-120"/>
              </a:defRPr>
            </a:lvl4pPr>
            <a:lvl5pPr>
              <a:defRPr lang="en-US" sz="1519" kern="1200">
                <a:solidFill>
                  <a:srgbClr val="204852"/>
                </a:solidFill>
                <a:latin typeface="Poppins SemiBold" pitchFamily="34" charset="0"/>
                <a:ea typeface="Poppins SemiBold" pitchFamily="34" charset="-122"/>
                <a:cs typeface="Poppins SemiBold" pitchFamily="34" charset="-120"/>
              </a:defRPr>
            </a:lvl5pPr>
          </a:lstStyle>
          <a:p>
            <a:pPr lvl="0"/>
            <a:r>
              <a:rPr lang="en-US"/>
              <a:t>Click to edit Master text styles</a:t>
            </a:r>
          </a:p>
          <a:p>
            <a:pPr marL="214313" marR="0" lvl="0" indent="-214313" algn="l" defTabSz="685800" rtl="0" eaLnBrk="1" fontAlgn="auto" latinLnBrk="0" hangingPunct="1">
              <a:lnSpc>
                <a:spcPts val="1890"/>
              </a:lnSpc>
              <a:spcBef>
                <a:spcPct val="0"/>
              </a:spcBef>
              <a:spcAft>
                <a:spcPts val="1969"/>
              </a:spcAft>
              <a:buClrTx/>
              <a:buSzPct val="80000"/>
              <a:buFontTx/>
              <a:buBlip>
                <a:blip r:embed="rId11">
                  <a:extLst>
                    <a:ext uri="{96DAC541-7B7A-43D3-8B79-37D633B846F1}">
                      <asvg:svgBlip xmlns:asvg="http://schemas.microsoft.com/office/drawing/2016/SVG/main" r:embed="rId12"/>
                    </a:ext>
                  </a:extLst>
                </a:blip>
              </a:buBlip>
              <a:defRPr/>
            </a:pPr>
            <a:r>
              <a:rPr lang="en-US"/>
              <a:t>Click to edit Master text styles</a:t>
            </a:r>
          </a:p>
          <a:p>
            <a:pPr lvl="0"/>
            <a:r>
              <a:rPr lang="en-US"/>
              <a:t>Click to edit Master text styles</a:t>
            </a:r>
          </a:p>
          <a:p>
            <a:pPr marL="214313" marR="0" lvl="0" indent="-214313" algn="l" defTabSz="685800" rtl="0" eaLnBrk="1" fontAlgn="auto" latinLnBrk="0" hangingPunct="1">
              <a:lnSpc>
                <a:spcPct val="100000"/>
              </a:lnSpc>
              <a:spcBef>
                <a:spcPct val="20000"/>
              </a:spcBef>
              <a:spcAft>
                <a:spcPct val="0"/>
              </a:spcAft>
              <a:buClrTx/>
              <a:buSzPct val="80000"/>
              <a:buFontTx/>
              <a:buBlip>
                <a:blip r:embed="rId11">
                  <a:extLst>
                    <a:ext uri="{96DAC541-7B7A-43D3-8B79-37D633B846F1}">
                      <asvg:svgBlip xmlns:asvg="http://schemas.microsoft.com/office/drawing/2016/SVG/main" r:embed="rId12"/>
                    </a:ext>
                  </a:extLst>
                </a:blip>
              </a:buBlip>
              <a:defRPr/>
            </a:pPr>
            <a:r>
              <a:rPr lang="en-US"/>
              <a:t>Click to edit Master text styles</a:t>
            </a:r>
          </a:p>
          <a:p>
            <a:pPr lvl="0"/>
            <a:endParaRPr lang="en-US"/>
          </a:p>
        </p:txBody>
      </p:sp>
      <p:pic>
        <p:nvPicPr>
          <p:cNvPr id="2" name="Image 9" descr="preencoded.png">
            <a:extLst>
              <a:ext uri="{FF2B5EF4-FFF2-40B4-BE49-F238E27FC236}">
                <a16:creationId xmlns:a16="http://schemas.microsoft.com/office/drawing/2014/main" id="{551368E0-357D-E6A6-D041-76A8790AC922}"/>
              </a:ext>
            </a:extLst>
          </p:cNvPr>
          <p:cNvPicPr>
            <a:picLocks noChangeAspect="1"/>
          </p:cNvPicPr>
          <p:nvPr userDrawn="1"/>
        </p:nvPicPr>
        <p:blipFill>
          <a:blip r:embed="rId9">
            <a:extLst>
              <a:ext uri="{96DAC541-7B7A-43D3-8B79-37D633B846F1}">
                <asvg:svgBlip xmlns:asvg="http://schemas.microsoft.com/office/drawing/2016/SVG/main" r:embed="rId10"/>
              </a:ext>
            </a:extLst>
          </a:blip>
          <a:stretch>
            <a:fillRect/>
          </a:stretch>
        </p:blipFill>
        <p:spPr>
          <a:xfrm>
            <a:off x="923104" y="3633533"/>
            <a:ext cx="5613860" cy="5475954"/>
          </a:xfrm>
          <a:prstGeom prst="rect">
            <a:avLst/>
          </a:prstGeom>
        </p:spPr>
      </p:pic>
      <p:sp>
        <p:nvSpPr>
          <p:cNvPr id="6" name="Text Placeholder 5">
            <a:extLst>
              <a:ext uri="{FF2B5EF4-FFF2-40B4-BE49-F238E27FC236}">
                <a16:creationId xmlns:a16="http://schemas.microsoft.com/office/drawing/2014/main" id="{D6F04261-22A3-15C2-DCCA-27F54BEA5BA5}"/>
              </a:ext>
            </a:extLst>
          </p:cNvPr>
          <p:cNvSpPr>
            <a:spLocks noGrp="1"/>
          </p:cNvSpPr>
          <p:nvPr>
            <p:ph type="body" sz="quarter" idx="20"/>
          </p:nvPr>
        </p:nvSpPr>
        <p:spPr>
          <a:xfrm>
            <a:off x="1469636" y="2386720"/>
            <a:ext cx="4732457" cy="1866243"/>
          </a:xfrm>
          <a:prstGeom prst="rect">
            <a:avLst/>
          </a:prstGeom>
        </p:spPr>
        <p:txBody>
          <a:bodyPr/>
          <a:lstStyle>
            <a:lvl1pPr marL="0" indent="0" algn="ctr">
              <a:lnSpc>
                <a:spcPts val="2126"/>
              </a:lnSpc>
              <a:buNone/>
              <a:defRPr lang="en-US" sz="1800" b="1" kern="1200" smtClean="0">
                <a:solidFill>
                  <a:srgbClr val="204852"/>
                </a:solidFill>
                <a:latin typeface="Century Gothic" panose="020b0502020202020204" pitchFamily="34" charset="0"/>
                <a:ea typeface="Century Gothic" panose="020b0502020202020204" pitchFamily="34" charset="0"/>
                <a:cs typeface="Poppins SemiBold" pitchFamily="34" charset="-120"/>
              </a:defRPr>
            </a:lvl1pPr>
            <a:lvl2pPr>
              <a:defRPr lang="en-US" sz="1519" kern="1200" smtClean="0">
                <a:solidFill>
                  <a:srgbClr val="204852"/>
                </a:solidFill>
                <a:latin typeface="Poppins SemiBold" pitchFamily="34" charset="0"/>
                <a:ea typeface="Poppins SemiBold" pitchFamily="34" charset="-122"/>
                <a:cs typeface="Poppins SemiBold" pitchFamily="34" charset="-120"/>
              </a:defRPr>
            </a:lvl2pPr>
            <a:lvl3pPr>
              <a:defRPr lang="en-US" sz="1519" kern="1200" smtClean="0">
                <a:solidFill>
                  <a:srgbClr val="204852"/>
                </a:solidFill>
                <a:latin typeface="Poppins SemiBold" pitchFamily="34" charset="0"/>
                <a:ea typeface="Poppins SemiBold" pitchFamily="34" charset="-122"/>
                <a:cs typeface="Poppins SemiBold" pitchFamily="34" charset="-120"/>
              </a:defRPr>
            </a:lvl3pPr>
            <a:lvl4pPr>
              <a:defRPr lang="en-US" sz="1519" kern="1200" smtClean="0">
                <a:solidFill>
                  <a:srgbClr val="204852"/>
                </a:solidFill>
                <a:latin typeface="Poppins SemiBold" pitchFamily="34" charset="0"/>
                <a:ea typeface="Poppins SemiBold" pitchFamily="34" charset="-122"/>
                <a:cs typeface="Poppins SemiBold" pitchFamily="34" charset="-120"/>
              </a:defRPr>
            </a:lvl4pPr>
            <a:lvl5pPr>
              <a:defRPr lang="en-US" sz="1519" kern="1200">
                <a:solidFill>
                  <a:srgbClr val="204852"/>
                </a:solidFill>
                <a:latin typeface="Poppins SemiBold" pitchFamily="34" charset="0"/>
                <a:ea typeface="Poppins SemiBold" pitchFamily="34" charset="-122"/>
                <a:cs typeface="Poppins SemiBold" pitchFamily="34" charset="-120"/>
              </a:defRPr>
            </a:lvl5pPr>
          </a:lstStyle>
          <a:p>
            <a:pPr lvl="0"/>
            <a:r>
              <a:rPr lang="en-US"/>
              <a:t>Click to edit Master text styles</a:t>
            </a:r>
          </a:p>
        </p:txBody>
      </p:sp>
      <p:sp>
        <p:nvSpPr>
          <p:cNvPr id="7" name="Text Placeholder 5">
            <a:extLst>
              <a:ext uri="{FF2B5EF4-FFF2-40B4-BE49-F238E27FC236}">
                <a16:creationId xmlns:a16="http://schemas.microsoft.com/office/drawing/2014/main" id="{4A735EEF-2C5D-AD34-EC4F-B54DA6A8C251}"/>
              </a:ext>
            </a:extLst>
          </p:cNvPr>
          <p:cNvSpPr>
            <a:spLocks noGrp="1"/>
          </p:cNvSpPr>
          <p:nvPr>
            <p:ph type="body" sz="quarter" idx="21"/>
          </p:nvPr>
        </p:nvSpPr>
        <p:spPr>
          <a:xfrm>
            <a:off x="1362612" y="4040657"/>
            <a:ext cx="4953937" cy="4792479"/>
          </a:xfrm>
          <a:prstGeom prst="rect">
            <a:avLst/>
          </a:prstGeom>
        </p:spPr>
        <p:txBody>
          <a:bodyPr/>
          <a:lstStyle>
            <a:lvl1pPr marL="214313" marR="0" indent="-214313" algn="l" defTabSz="685800" rtl="0" eaLnBrk="1" fontAlgn="auto" latinLnBrk="0" hangingPunct="1">
              <a:lnSpc>
                <a:spcPts val="1890"/>
              </a:lnSpc>
              <a:spcBef>
                <a:spcPct val="0"/>
              </a:spcBef>
              <a:spcAft>
                <a:spcPts val="1969"/>
              </a:spcAft>
              <a:buClrTx/>
              <a:buSzPct val="80000"/>
              <a:buFontTx/>
              <a:buBlip>
                <a:blip r:embed="rId11">
                  <a:extLst>
                    <a:ext uri="{96DAC541-7B7A-43D3-8B79-37D633B846F1}">
                      <asvg:svgBlip xmlns:asvg="http://schemas.microsoft.com/office/drawing/2016/SVG/main" r:embed="rId12"/>
                    </a:ext>
                  </a:extLst>
                </a:blip>
              </a:buBlip>
              <a:defRPr lang="en-US" sz="1350" kern="1200">
                <a:solidFill>
                  <a:srgbClr val="2C2C2C"/>
                </a:solidFill>
                <a:latin typeface="Century Gothic" panose="020b0502020202020204" pitchFamily="34" charset="0"/>
                <a:ea typeface="Century Gothic" panose="020b0502020202020204" pitchFamily="34" charset="0"/>
                <a:cs typeface="Arial" pitchFamily="34" charset="0"/>
              </a:defRPr>
            </a:lvl1pPr>
            <a:lvl2pPr>
              <a:defRPr lang="en-US" sz="1519" kern="1200" smtClean="0">
                <a:solidFill>
                  <a:srgbClr val="204852"/>
                </a:solidFill>
                <a:latin typeface="Poppins SemiBold" pitchFamily="34" charset="0"/>
                <a:ea typeface="Poppins SemiBold" pitchFamily="34" charset="-122"/>
                <a:cs typeface="Poppins SemiBold" pitchFamily="34" charset="-120"/>
              </a:defRPr>
            </a:lvl2pPr>
            <a:lvl3pPr>
              <a:defRPr lang="en-US" sz="1519" kern="1200" smtClean="0">
                <a:solidFill>
                  <a:srgbClr val="204852"/>
                </a:solidFill>
                <a:latin typeface="Poppins SemiBold" pitchFamily="34" charset="0"/>
                <a:ea typeface="Poppins SemiBold" pitchFamily="34" charset="-122"/>
                <a:cs typeface="Poppins SemiBold" pitchFamily="34" charset="-120"/>
              </a:defRPr>
            </a:lvl3pPr>
            <a:lvl4pPr>
              <a:defRPr lang="en-US" sz="1519" kern="1200" smtClean="0">
                <a:solidFill>
                  <a:srgbClr val="204852"/>
                </a:solidFill>
                <a:latin typeface="Poppins SemiBold" pitchFamily="34" charset="0"/>
                <a:ea typeface="Poppins SemiBold" pitchFamily="34" charset="-122"/>
                <a:cs typeface="Poppins SemiBold" pitchFamily="34" charset="-120"/>
              </a:defRPr>
            </a:lvl4pPr>
            <a:lvl5pPr>
              <a:defRPr lang="en-US" sz="1519" kern="1200">
                <a:solidFill>
                  <a:srgbClr val="204852"/>
                </a:solidFill>
                <a:latin typeface="Poppins SemiBold" pitchFamily="34" charset="0"/>
                <a:ea typeface="Poppins SemiBold" pitchFamily="34" charset="-122"/>
                <a:cs typeface="Poppins SemiBold" pitchFamily="34" charset="-120"/>
              </a:defRPr>
            </a:lvl5pPr>
          </a:lstStyle>
          <a:p>
            <a:pPr lvl="0"/>
            <a:r>
              <a:rPr lang="en-US"/>
              <a:t>Click to edit Master text styles</a:t>
            </a:r>
          </a:p>
          <a:p>
            <a:pPr marL="214313" marR="0" lvl="0" indent="-214313" algn="l" defTabSz="685800" rtl="0" eaLnBrk="1" fontAlgn="auto" latinLnBrk="0" hangingPunct="1">
              <a:lnSpc>
                <a:spcPts val="1890"/>
              </a:lnSpc>
              <a:spcBef>
                <a:spcPct val="0"/>
              </a:spcBef>
              <a:spcAft>
                <a:spcPts val="1969"/>
              </a:spcAft>
              <a:buClrTx/>
              <a:buSzPct val="80000"/>
              <a:buFontTx/>
              <a:buBlip>
                <a:blip r:embed="rId11">
                  <a:extLst>
                    <a:ext uri="{96DAC541-7B7A-43D3-8B79-37D633B846F1}">
                      <asvg:svgBlip xmlns:asvg="http://schemas.microsoft.com/office/drawing/2016/SVG/main" r:embed="rId12"/>
                    </a:ext>
                  </a:extLst>
                </a:blip>
              </a:buBlip>
              <a:defRPr/>
            </a:pPr>
            <a:r>
              <a:rPr lang="en-US"/>
              <a:t>Click to edit Master text styles</a:t>
            </a:r>
          </a:p>
          <a:p>
            <a:pPr lvl="0"/>
            <a:r>
              <a:rPr lang="en-US"/>
              <a:t>Click to edit Master text styles</a:t>
            </a:r>
          </a:p>
          <a:p>
            <a:pPr marL="214313" marR="0" lvl="0" indent="-214313" algn="l" defTabSz="685800" rtl="0" eaLnBrk="1" fontAlgn="auto" latinLnBrk="0" hangingPunct="1">
              <a:lnSpc>
                <a:spcPct val="100000"/>
              </a:lnSpc>
              <a:spcBef>
                <a:spcPct val="20000"/>
              </a:spcBef>
              <a:spcAft>
                <a:spcPct val="0"/>
              </a:spcAft>
              <a:buClrTx/>
              <a:buSzPct val="80000"/>
              <a:buFontTx/>
              <a:buBlip>
                <a:blip r:embed="rId11">
                  <a:extLst>
                    <a:ext uri="{96DAC541-7B7A-43D3-8B79-37D633B846F1}">
                      <asvg:svgBlip xmlns:asvg="http://schemas.microsoft.com/office/drawing/2016/SVG/main" r:embed="rId12"/>
                    </a:ext>
                  </a:extLst>
                </a:blip>
              </a:buBlip>
              <a:defRPr/>
            </a:pPr>
            <a:r>
              <a:rPr lang="en-US"/>
              <a:t>Click to edit Master text styles</a:t>
            </a:r>
          </a:p>
          <a:p>
            <a:pPr lvl="0"/>
            <a:endParaRPr lang="en-US"/>
          </a:p>
        </p:txBody>
      </p:sp>
      <p:sp>
        <p:nvSpPr>
          <p:cNvPr id="52" name="Footer Placeholder" title=""/>
          <p:cNvSpPr txBox="1">
            <a:spLocks noGrp="1"/>
          </p:cNvSpPr>
          <p:nvPr>
            <p:ph type="ftr" sz="quarter" idx="3"/>
          </p:nvPr>
        </p:nvSpPr>
        <p:spPr/>
        <p:txBody>
          <a:bodyPr vert="horz" lIns="91440" tIns="45720" rIns="91440" bIns="45720" rtlCol="0" anchor="ctr"/>
          <a:lstStyle>
            <a:lvl1pPr algn="ctr">
              <a:defRPr sz="1200">
                <a:solidFill>
                  <a:schemeClr val="tx1">
                    <a:tint val="75000"/>
                  </a:schemeClr>
                </a:solidFill>
              </a:defRPr>
            </a:lvl1pPr>
          </a:lstStyle>
          <a:p>
            <a:r>
              <a:rPr lang="en-US"/>
              <a:t>Confidential - Customer Success Analysis</a:t>
            </a:r>
          </a:p>
        </p:txBody>
      </p:sp>
    </p:spTree>
    <p:extLst>
      <p:ext uri="{BB962C8B-B14F-4D97-AF65-F5344CB8AC3E}">
        <p14:creationId val="1613106349"/>
      </p:ext>
    </p:extLst>
  </p:cSld>
  <p:clrMapOvr>
    <a:masterClrMapping/>
  </p:clrMapOvr>
  <p:transition/>
  <p:timing/>
</p:sldLayout>
</file>

<file path=ppt/slideLayouts/slideLayout19.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reserve="1" userDrawn="1">
  <p:cSld name="6_Custom Layout">
    <p:spTree>
      <p:nvGrpSpPr>
        <p:cNvPr id="1" name=""/>
        <p:cNvGrpSpPr/>
        <p:nvPr/>
      </p:nvGrpSpPr>
      <p:grpSpPr>
        <a:xfrm>
          <a:off x="0" y="0"/>
          <a:ext cx="0" cy="0"/>
        </a:xfrm>
      </p:grpSpPr>
      <p:graphicFrame>
        <p:nvGraphicFramePr>
          <p:cNvPr id="6" name="think-cell data - do not delete" hidden="1">
            <a:extLst>
              <a:ext uri="{FF2B5EF4-FFF2-40B4-BE49-F238E27FC236}">
                <a16:creationId xmlns:a16="http://schemas.microsoft.com/office/drawing/2014/main" id="{A2D70D05-2918-6365-C14E-1E842EABC672}"/>
              </a:ext>
            </a:extLst>
          </p:cNvPr>
          <p:cNvGraphicFramePr>
            <a:graphicFrameLocks noChangeAspect="1"/>
          </p:cNvGraphicFramePr>
          <p:nvPr userDrawn="1">
            <p:custDataLst>
              <p:tags r:id="rId1"/>
            </p:custDataLst>
            <p:extLst>
              <p:ext uri="{D42A27DB-BD31-4B8C-83A1-F6EECF244321}">
                <p14:modId val="1401204833"/>
              </p:ext>
            </p:extLst>
          </p:nvPr>
        </p:nvGraphicFramePr>
        <p:xfrm>
          <a:off x="1191" y="1588"/>
          <a:ext cx="1191" cy="1588"/>
        </p:xfrm>
        <a:graphic>
          <a:graphicData uri="http://schemas.openxmlformats.org/presentationml/2006/ole">
            <mc:AlternateContent>
              <mc:Choice xmlns:v="urn:schemas-microsoft-com:vml" Requires="v">
                <p:oleObj spid="_x0000_s1045" name="think-cell Slide" r:id="rId2" imgW="484" imgH="486" progId="TCLayout.ActiveDocument.1">
                  <p:embed/>
                </p:oleObj>
              </mc:Choice>
              <mc:Fallback>
                <p:oleObj name="think-cell Slide" r:id="rId2" imgW="484" imgH="486" progId="TCLayout.ActiveDocument.1">
                  <p:embed/>
                  <p:pic>
                    <p:nvPicPr>
                      <p:cNvPr id="0" name="OLE substitute image"/>
                      <p:cNvPicPr/>
                      <p:nvPr/>
                    </p:nvPicPr>
                    <p:blipFill>
                      <a:blip r:embed="rId3"/>
                      <a:stretch>
                        <a:fillRect/>
                      </a:stretch>
                    </p:blipFill>
                    <p:spPr>
                      <a:xfrm>
                        <a:off x="1191" y="1588"/>
                        <a:ext cx="1191" cy="1588"/>
                      </a:xfrm>
                      <a:prstGeom prst="rect">
                        <a:avLst/>
                      </a:prstGeom>
                    </p:spPr>
                  </p:pic>
                </p:oleObj>
              </mc:Fallback>
            </mc:AlternateContent>
          </a:graphicData>
        </a:graphic>
      </p:graphicFrame>
      <p:pic>
        <p:nvPicPr>
          <p:cNvPr id="15" name="Image 4" descr="preencoded.png">
            <a:extLst>
              <a:ext uri="{FF2B5EF4-FFF2-40B4-BE49-F238E27FC236}">
                <a16:creationId xmlns:a16="http://schemas.microsoft.com/office/drawing/2014/main" id="{788C2007-D360-4FFF-9B7E-8E6DDD5166D0}"/>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2982716" y="9701938"/>
            <a:ext cx="733284" cy="585062"/>
          </a:xfrm>
          <a:prstGeom prst="rect">
            <a:avLst/>
          </a:prstGeom>
        </p:spPr>
      </p:pic>
      <p:sp>
        <p:nvSpPr>
          <p:cNvPr id="17" name="Slide Number Placeholder 5">
            <a:extLst>
              <a:ext uri="{FF2B5EF4-FFF2-40B4-BE49-F238E27FC236}">
                <a16:creationId xmlns:a16="http://schemas.microsoft.com/office/drawing/2014/main" id="{9E0DE121-3CF7-4C8C-B9FE-FD9AB53486C0}"/>
              </a:ext>
            </a:extLst>
          </p:cNvPr>
          <p:cNvSpPr>
            <a:spLocks noGrp="1"/>
          </p:cNvSpPr>
          <p:nvPr>
            <p:ph type="sldNum" sz="quarter" idx="13"/>
          </p:nvPr>
        </p:nvSpPr>
        <p:spPr>
          <a:xfrm>
            <a:off x="12982716" y="9806575"/>
            <a:ext cx="733284" cy="378105"/>
          </a:xfrm>
          <a:prstGeom prst="rect">
            <a:avLst/>
          </a:prstGeom>
        </p:spPr>
        <p:txBody>
          <a:bodyPr/>
          <a:lstStyle>
            <a:lvl1pPr marL="0" algn="ctr" defTabSz="914400" rtl="0" eaLnBrk="1" latinLnBrk="0" hangingPunct="1">
              <a:defRPr lang="en-US" sz="1350" kern="1200">
                <a:solidFill>
                  <a:srgbClr val="FFFFFF"/>
                </a:solidFill>
                <a:latin typeface="Century Gothic" panose="020b0502020202020204" pitchFamily="34" charset="0"/>
                <a:ea typeface="Century Gothic" panose="020b0502020202020204" pitchFamily="34" charset="0"/>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3D6C64-01FF-444E-AD84-E895EC95156E}" type="slidenum">
              <a:rPr lang="en-US" smtClean="0"/>
              <a:t>‹#›</a:t>
            </a:fld>
            <a:endParaRPr lang="en-US"/>
          </a:p>
        </p:txBody>
      </p:sp>
      <p:sp>
        <p:nvSpPr>
          <p:cNvPr id="21" name="Title 19">
            <a:extLst>
              <a:ext uri="{FF2B5EF4-FFF2-40B4-BE49-F238E27FC236}">
                <a16:creationId xmlns:a16="http://schemas.microsoft.com/office/drawing/2014/main" id="{0074C98C-5A66-41B2-A70E-B454BF3A9711}"/>
              </a:ext>
            </a:extLst>
          </p:cNvPr>
          <p:cNvSpPr>
            <a:spLocks noGrp="1"/>
          </p:cNvSpPr>
          <p:nvPr>
            <p:ph type="title"/>
          </p:nvPr>
        </p:nvSpPr>
        <p:spPr>
          <a:xfrm>
            <a:off x="628650" y="582614"/>
            <a:ext cx="11830050" cy="1347786"/>
          </a:xfrm>
          <a:prstGeom prst="rect">
            <a:avLst/>
          </a:prstGeom>
        </p:spPr>
        <p:txBody>
          <a:bodyPr vert="horz"/>
          <a:lstStyle>
            <a:lvl1pPr algn="l">
              <a:lnSpc>
                <a:spcPts val="3600"/>
              </a:lnSpc>
              <a:defRPr lang="en-US" sz="2531" b="1" kern="1200">
                <a:solidFill>
                  <a:srgbClr val="2C2C2C"/>
                </a:solidFill>
                <a:latin typeface="Century Gothic" panose="020b0502020202020204" pitchFamily="34" charset="0"/>
                <a:ea typeface="Century Gothic" panose="020b0502020202020204" pitchFamily="34" charset="0"/>
                <a:cs typeface="Poppins SemiBold" pitchFamily="34" charset="-120"/>
              </a:defRPr>
            </a:lvl1pPr>
          </a:lstStyle>
          <a:p>
            <a:r>
              <a:rPr lang="en-US"/>
              <a:t>Click to edit Master title style</a:t>
            </a:r>
          </a:p>
        </p:txBody>
      </p:sp>
      <p:pic>
        <p:nvPicPr>
          <p:cNvPr id="8" name="Image 3" descr="preencoded.png">
            <a:extLst>
              <a:ext uri="{FF2B5EF4-FFF2-40B4-BE49-F238E27FC236}">
                <a16:creationId xmlns:a16="http://schemas.microsoft.com/office/drawing/2014/main" id="{25204CFD-953F-4880-885A-AAFB50AF0BED}"/>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714375" y="2362201"/>
            <a:ext cx="3964781" cy="3571875"/>
          </a:xfrm>
          <a:prstGeom prst="rect">
            <a:avLst/>
          </a:prstGeom>
        </p:spPr>
      </p:pic>
      <p:pic>
        <p:nvPicPr>
          <p:cNvPr id="9" name="Image 4" descr="preencoded.png">
            <a:extLst>
              <a:ext uri="{FF2B5EF4-FFF2-40B4-BE49-F238E27FC236}">
                <a16:creationId xmlns:a16="http://schemas.microsoft.com/office/drawing/2014/main" id="{06F77CEC-664F-420E-B2D3-912FC91FAE89}"/>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3136107" y="6324601"/>
            <a:ext cx="3964781" cy="3114675"/>
          </a:xfrm>
          <a:prstGeom prst="rect">
            <a:avLst/>
          </a:prstGeom>
        </p:spPr>
      </p:pic>
      <p:pic>
        <p:nvPicPr>
          <p:cNvPr id="10" name="Image 5" descr="preencoded.png">
            <a:extLst>
              <a:ext uri="{FF2B5EF4-FFF2-40B4-BE49-F238E27FC236}">
                <a16:creationId xmlns:a16="http://schemas.microsoft.com/office/drawing/2014/main" id="{5618A84C-BF68-4137-8D78-7E63659FD1AC}"/>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9036844" y="2362201"/>
            <a:ext cx="3964781" cy="3571875"/>
          </a:xfrm>
          <a:prstGeom prst="rect">
            <a:avLst/>
          </a:prstGeom>
        </p:spPr>
      </p:pic>
      <p:pic>
        <p:nvPicPr>
          <p:cNvPr id="11" name="Image 6" descr="preencoded.png">
            <a:extLst>
              <a:ext uri="{FF2B5EF4-FFF2-40B4-BE49-F238E27FC236}">
                <a16:creationId xmlns:a16="http://schemas.microsoft.com/office/drawing/2014/main" id="{ABBB4289-5AF6-4414-B7AC-C121E6EC4AF3}"/>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4886326" y="2362201"/>
            <a:ext cx="3964781" cy="3571875"/>
          </a:xfrm>
          <a:prstGeom prst="rect">
            <a:avLst/>
          </a:prstGeom>
        </p:spPr>
      </p:pic>
      <p:pic>
        <p:nvPicPr>
          <p:cNvPr id="12" name="Image 7" descr="preencoded.png">
            <a:extLst>
              <a:ext uri="{FF2B5EF4-FFF2-40B4-BE49-F238E27FC236}">
                <a16:creationId xmlns:a16="http://schemas.microsoft.com/office/drawing/2014/main" id="{4E5569FC-AD4F-4205-857B-A1196D0B015E}"/>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7308057" y="6324601"/>
            <a:ext cx="3964781" cy="3114675"/>
          </a:xfrm>
          <a:prstGeom prst="rect">
            <a:avLst/>
          </a:prstGeom>
        </p:spPr>
      </p:pic>
      <p:pic>
        <p:nvPicPr>
          <p:cNvPr id="13" name="Image 8" descr="preencoded.png">
            <a:extLst>
              <a:ext uri="{FF2B5EF4-FFF2-40B4-BE49-F238E27FC236}">
                <a16:creationId xmlns:a16="http://schemas.microsoft.com/office/drawing/2014/main" id="{56CDECB5-C437-429A-B868-13965306DA46}"/>
              </a:ext>
            </a:extLst>
          </p:cNvPr>
          <p:cNvPicPr>
            <a:picLocks noChangeAspect="1"/>
          </p:cNvPicPr>
          <p:nvPr userDrawn="1"/>
        </p:nvPicPr>
        <p:blipFill>
          <a:blip r:embed="rId10">
            <a:extLst>
              <a:ext uri="{96DAC541-7B7A-43D3-8B79-37D633B846F1}">
                <asvg:svgBlip xmlns:asvg="http://schemas.microsoft.com/office/drawing/2016/SVG/main" r:embed="rId11"/>
              </a:ext>
            </a:extLst>
          </a:blip>
          <a:stretch>
            <a:fillRect/>
          </a:stretch>
        </p:blipFill>
        <p:spPr>
          <a:xfrm>
            <a:off x="714375" y="2362201"/>
            <a:ext cx="3964781" cy="942975"/>
          </a:xfrm>
          <a:prstGeom prst="rect">
            <a:avLst/>
          </a:prstGeom>
        </p:spPr>
      </p:pic>
      <p:pic>
        <p:nvPicPr>
          <p:cNvPr id="14" name="Image 9" descr="preencoded.png">
            <a:extLst>
              <a:ext uri="{FF2B5EF4-FFF2-40B4-BE49-F238E27FC236}">
                <a16:creationId xmlns:a16="http://schemas.microsoft.com/office/drawing/2014/main" id="{BDA18E7E-5834-4611-AE09-FD2481A5D189}"/>
              </a:ext>
            </a:extLst>
          </p:cNvPr>
          <p:cNvPicPr>
            <a:picLocks noChangeAspect="1"/>
          </p:cNvPicPr>
          <p:nvPr userDrawn="1"/>
        </p:nvPicPr>
        <p:blipFill>
          <a:blip r:embed="rId10">
            <a:extLst>
              <a:ext uri="{96DAC541-7B7A-43D3-8B79-37D633B846F1}">
                <asvg:svgBlip xmlns:asvg="http://schemas.microsoft.com/office/drawing/2016/SVG/main" r:embed="rId11"/>
              </a:ext>
            </a:extLst>
          </a:blip>
          <a:stretch>
            <a:fillRect/>
          </a:stretch>
        </p:blipFill>
        <p:spPr>
          <a:xfrm>
            <a:off x="3136107" y="6324601"/>
            <a:ext cx="3964781" cy="942975"/>
          </a:xfrm>
          <a:prstGeom prst="rect">
            <a:avLst/>
          </a:prstGeom>
        </p:spPr>
      </p:pic>
      <p:pic>
        <p:nvPicPr>
          <p:cNvPr id="16" name="Image 10" descr="preencoded.png">
            <a:extLst>
              <a:ext uri="{FF2B5EF4-FFF2-40B4-BE49-F238E27FC236}">
                <a16:creationId xmlns:a16="http://schemas.microsoft.com/office/drawing/2014/main" id="{AB657EEE-125A-4C66-AC4C-0298E89A1B49}"/>
              </a:ext>
            </a:extLst>
          </p:cNvPr>
          <p:cNvPicPr>
            <a:picLocks noChangeAspect="1"/>
          </p:cNvPicPr>
          <p:nvPr userDrawn="1"/>
        </p:nvPicPr>
        <p:blipFill>
          <a:blip r:embed="rId10">
            <a:extLst>
              <a:ext uri="{96DAC541-7B7A-43D3-8B79-37D633B846F1}">
                <asvg:svgBlip xmlns:asvg="http://schemas.microsoft.com/office/drawing/2016/SVG/main" r:embed="rId11"/>
              </a:ext>
            </a:extLst>
          </a:blip>
          <a:stretch>
            <a:fillRect/>
          </a:stretch>
        </p:blipFill>
        <p:spPr>
          <a:xfrm>
            <a:off x="4886326" y="2362201"/>
            <a:ext cx="3964781" cy="942975"/>
          </a:xfrm>
          <a:prstGeom prst="rect">
            <a:avLst/>
          </a:prstGeom>
        </p:spPr>
      </p:pic>
      <p:pic>
        <p:nvPicPr>
          <p:cNvPr id="18" name="Image 11" descr="preencoded.png">
            <a:extLst>
              <a:ext uri="{FF2B5EF4-FFF2-40B4-BE49-F238E27FC236}">
                <a16:creationId xmlns:a16="http://schemas.microsoft.com/office/drawing/2014/main" id="{4D6CC4F6-D9B8-449C-A010-1A202C0E8B82}"/>
              </a:ext>
            </a:extLst>
          </p:cNvPr>
          <p:cNvPicPr>
            <a:picLocks noChangeAspect="1"/>
          </p:cNvPicPr>
          <p:nvPr userDrawn="1"/>
        </p:nvPicPr>
        <p:blipFill>
          <a:blip r:embed="rId10">
            <a:extLst>
              <a:ext uri="{96DAC541-7B7A-43D3-8B79-37D633B846F1}">
                <asvg:svgBlip xmlns:asvg="http://schemas.microsoft.com/office/drawing/2016/SVG/main" r:embed="rId11"/>
              </a:ext>
            </a:extLst>
          </a:blip>
          <a:stretch>
            <a:fillRect/>
          </a:stretch>
        </p:blipFill>
        <p:spPr>
          <a:xfrm>
            <a:off x="7308057" y="6324601"/>
            <a:ext cx="3964781" cy="942975"/>
          </a:xfrm>
          <a:prstGeom prst="rect">
            <a:avLst/>
          </a:prstGeom>
        </p:spPr>
      </p:pic>
      <p:pic>
        <p:nvPicPr>
          <p:cNvPr id="19" name="Image 12" descr="preencoded.png">
            <a:extLst>
              <a:ext uri="{FF2B5EF4-FFF2-40B4-BE49-F238E27FC236}">
                <a16:creationId xmlns:a16="http://schemas.microsoft.com/office/drawing/2014/main" id="{E287AB9E-8362-4781-BE3C-26F032ED8A67}"/>
              </a:ext>
            </a:extLst>
          </p:cNvPr>
          <p:cNvPicPr>
            <a:picLocks noChangeAspect="1"/>
          </p:cNvPicPr>
          <p:nvPr userDrawn="1"/>
        </p:nvPicPr>
        <p:blipFill>
          <a:blip r:embed="rId10">
            <a:extLst>
              <a:ext uri="{96DAC541-7B7A-43D3-8B79-37D633B846F1}">
                <asvg:svgBlip xmlns:asvg="http://schemas.microsoft.com/office/drawing/2016/SVG/main" r:embed="rId11"/>
              </a:ext>
            </a:extLst>
          </a:blip>
          <a:stretch>
            <a:fillRect/>
          </a:stretch>
        </p:blipFill>
        <p:spPr>
          <a:xfrm>
            <a:off x="9036844" y="2362201"/>
            <a:ext cx="3964781" cy="942975"/>
          </a:xfrm>
          <a:prstGeom prst="rect">
            <a:avLst/>
          </a:prstGeom>
        </p:spPr>
      </p:pic>
      <p:pic>
        <p:nvPicPr>
          <p:cNvPr id="20" name="Image 13" descr="preencoded.png">
            <a:extLst>
              <a:ext uri="{FF2B5EF4-FFF2-40B4-BE49-F238E27FC236}">
                <a16:creationId xmlns:a16="http://schemas.microsoft.com/office/drawing/2014/main" id="{CE68EA73-2EC7-40C2-863F-15A8032FEF4D}"/>
              </a:ext>
            </a:extLst>
          </p:cNvPr>
          <p:cNvPicPr>
            <a:picLocks noChangeAspect="1"/>
          </p:cNvPicPr>
          <p:nvPr userDrawn="1"/>
        </p:nvPicPr>
        <p:blipFill>
          <a:blip r:embed="rId12">
            <a:extLst>
              <a:ext uri="{96DAC541-7B7A-43D3-8B79-37D633B846F1}">
                <asvg:svgBlip xmlns:asvg="http://schemas.microsoft.com/office/drawing/2016/SVG/main" r:embed="rId13"/>
              </a:ext>
            </a:extLst>
          </a:blip>
          <a:stretch>
            <a:fillRect/>
          </a:stretch>
        </p:blipFill>
        <p:spPr>
          <a:xfrm>
            <a:off x="985838" y="2076450"/>
            <a:ext cx="371475" cy="495300"/>
          </a:xfrm>
          <a:prstGeom prst="rect">
            <a:avLst/>
          </a:prstGeom>
        </p:spPr>
      </p:pic>
      <p:pic>
        <p:nvPicPr>
          <p:cNvPr id="22" name="Image 14" descr="preencoded.png">
            <a:extLst>
              <a:ext uri="{FF2B5EF4-FFF2-40B4-BE49-F238E27FC236}">
                <a16:creationId xmlns:a16="http://schemas.microsoft.com/office/drawing/2014/main" id="{8E6AEC34-719F-4BA4-85BA-46D6ED077644}"/>
              </a:ext>
            </a:extLst>
          </p:cNvPr>
          <p:cNvPicPr>
            <a:picLocks noChangeAspect="1"/>
          </p:cNvPicPr>
          <p:nvPr userDrawn="1"/>
        </p:nvPicPr>
        <p:blipFill>
          <a:blip r:embed="rId12">
            <a:extLst>
              <a:ext uri="{96DAC541-7B7A-43D3-8B79-37D633B846F1}">
                <asvg:svgBlip xmlns:asvg="http://schemas.microsoft.com/office/drawing/2016/SVG/main" r:embed="rId13"/>
              </a:ext>
            </a:extLst>
          </a:blip>
          <a:stretch>
            <a:fillRect/>
          </a:stretch>
        </p:blipFill>
        <p:spPr>
          <a:xfrm>
            <a:off x="3407569" y="6038850"/>
            <a:ext cx="371475" cy="495300"/>
          </a:xfrm>
          <a:prstGeom prst="rect">
            <a:avLst/>
          </a:prstGeom>
        </p:spPr>
      </p:pic>
      <p:pic>
        <p:nvPicPr>
          <p:cNvPr id="23" name="Image 15" descr="preencoded.png">
            <a:extLst>
              <a:ext uri="{FF2B5EF4-FFF2-40B4-BE49-F238E27FC236}">
                <a16:creationId xmlns:a16="http://schemas.microsoft.com/office/drawing/2014/main" id="{870A53AD-4339-4AFC-95BF-A96FAE8D54EB}"/>
              </a:ext>
            </a:extLst>
          </p:cNvPr>
          <p:cNvPicPr>
            <a:picLocks noChangeAspect="1"/>
          </p:cNvPicPr>
          <p:nvPr userDrawn="1"/>
        </p:nvPicPr>
        <p:blipFill>
          <a:blip r:embed="rId14">
            <a:extLst>
              <a:ext uri="{96DAC541-7B7A-43D3-8B79-37D633B846F1}">
                <asvg:svgBlip xmlns:asvg="http://schemas.microsoft.com/office/drawing/2016/SVG/main" r:embed="rId15"/>
              </a:ext>
            </a:extLst>
          </a:blip>
          <a:stretch>
            <a:fillRect/>
          </a:stretch>
        </p:blipFill>
        <p:spPr>
          <a:xfrm>
            <a:off x="1107281" y="2266950"/>
            <a:ext cx="128588" cy="133350"/>
          </a:xfrm>
          <a:prstGeom prst="rect">
            <a:avLst/>
          </a:prstGeom>
        </p:spPr>
      </p:pic>
      <p:pic>
        <p:nvPicPr>
          <p:cNvPr id="24" name="Image 16" descr="preencoded.png">
            <a:extLst>
              <a:ext uri="{FF2B5EF4-FFF2-40B4-BE49-F238E27FC236}">
                <a16:creationId xmlns:a16="http://schemas.microsoft.com/office/drawing/2014/main" id="{AA802760-8B0E-4B4B-95C3-9B884D02D485}"/>
              </a:ext>
            </a:extLst>
          </p:cNvPr>
          <p:cNvPicPr>
            <a:picLocks noChangeAspect="1"/>
          </p:cNvPicPr>
          <p:nvPr userDrawn="1"/>
        </p:nvPicPr>
        <p:blipFill>
          <a:blip r:embed="rId14">
            <a:extLst>
              <a:ext uri="{96DAC541-7B7A-43D3-8B79-37D633B846F1}">
                <asvg:svgBlip xmlns:asvg="http://schemas.microsoft.com/office/drawing/2016/SVG/main" r:embed="rId15"/>
              </a:ext>
            </a:extLst>
          </a:blip>
          <a:stretch>
            <a:fillRect/>
          </a:stretch>
        </p:blipFill>
        <p:spPr>
          <a:xfrm>
            <a:off x="3529012" y="6229350"/>
            <a:ext cx="128588" cy="133350"/>
          </a:xfrm>
          <a:prstGeom prst="rect">
            <a:avLst/>
          </a:prstGeom>
        </p:spPr>
      </p:pic>
      <p:pic>
        <p:nvPicPr>
          <p:cNvPr id="25" name="Image 17" descr="preencoded.png">
            <a:extLst>
              <a:ext uri="{FF2B5EF4-FFF2-40B4-BE49-F238E27FC236}">
                <a16:creationId xmlns:a16="http://schemas.microsoft.com/office/drawing/2014/main" id="{A9BC4176-23FD-4CC9-ACCC-A614D00FEECB}"/>
              </a:ext>
            </a:extLst>
          </p:cNvPr>
          <p:cNvPicPr>
            <a:picLocks noChangeAspect="1"/>
          </p:cNvPicPr>
          <p:nvPr userDrawn="1"/>
        </p:nvPicPr>
        <p:blipFill>
          <a:blip r:embed="rId12">
            <a:extLst>
              <a:ext uri="{96DAC541-7B7A-43D3-8B79-37D633B846F1}">
                <asvg:svgBlip xmlns:asvg="http://schemas.microsoft.com/office/drawing/2016/SVG/main" r:embed="rId16"/>
              </a:ext>
            </a:extLst>
          </a:blip>
          <a:stretch>
            <a:fillRect/>
          </a:stretch>
        </p:blipFill>
        <p:spPr>
          <a:xfrm>
            <a:off x="5157788" y="2076450"/>
            <a:ext cx="371475" cy="495300"/>
          </a:xfrm>
          <a:prstGeom prst="rect">
            <a:avLst/>
          </a:prstGeom>
        </p:spPr>
      </p:pic>
      <p:pic>
        <p:nvPicPr>
          <p:cNvPr id="26" name="Image 18" descr="preencoded.png">
            <a:extLst>
              <a:ext uri="{FF2B5EF4-FFF2-40B4-BE49-F238E27FC236}">
                <a16:creationId xmlns:a16="http://schemas.microsoft.com/office/drawing/2014/main" id="{7121D6F0-0735-4F59-BFD6-F8CEF590C630}"/>
              </a:ext>
            </a:extLst>
          </p:cNvPr>
          <p:cNvPicPr>
            <a:picLocks noChangeAspect="1"/>
          </p:cNvPicPr>
          <p:nvPr userDrawn="1"/>
        </p:nvPicPr>
        <p:blipFill>
          <a:blip r:embed="rId12">
            <a:extLst>
              <a:ext uri="{96DAC541-7B7A-43D3-8B79-37D633B846F1}">
                <asvg:svgBlip xmlns:asvg="http://schemas.microsoft.com/office/drawing/2016/SVG/main" r:embed="rId17"/>
              </a:ext>
            </a:extLst>
          </a:blip>
          <a:stretch>
            <a:fillRect/>
          </a:stretch>
        </p:blipFill>
        <p:spPr>
          <a:xfrm>
            <a:off x="7579519" y="6038850"/>
            <a:ext cx="371475" cy="495300"/>
          </a:xfrm>
          <a:prstGeom prst="rect">
            <a:avLst/>
          </a:prstGeom>
        </p:spPr>
      </p:pic>
      <p:pic>
        <p:nvPicPr>
          <p:cNvPr id="27" name="Image 19" descr="preencoded.png">
            <a:extLst>
              <a:ext uri="{FF2B5EF4-FFF2-40B4-BE49-F238E27FC236}">
                <a16:creationId xmlns:a16="http://schemas.microsoft.com/office/drawing/2014/main" id="{0B2C82DC-5128-4760-AD15-2EABE995D1A0}"/>
              </a:ext>
            </a:extLst>
          </p:cNvPr>
          <p:cNvPicPr>
            <a:picLocks noChangeAspect="1"/>
          </p:cNvPicPr>
          <p:nvPr userDrawn="1"/>
        </p:nvPicPr>
        <p:blipFill>
          <a:blip r:embed="rId12">
            <a:extLst>
              <a:ext uri="{96DAC541-7B7A-43D3-8B79-37D633B846F1}">
                <asvg:svgBlip xmlns:asvg="http://schemas.microsoft.com/office/drawing/2016/SVG/main" r:embed="rId13"/>
              </a:ext>
            </a:extLst>
          </a:blip>
          <a:stretch>
            <a:fillRect/>
          </a:stretch>
        </p:blipFill>
        <p:spPr>
          <a:xfrm>
            <a:off x="9308306" y="2076450"/>
            <a:ext cx="371475" cy="495300"/>
          </a:xfrm>
          <a:prstGeom prst="rect">
            <a:avLst/>
          </a:prstGeom>
        </p:spPr>
      </p:pic>
      <p:pic>
        <p:nvPicPr>
          <p:cNvPr id="28" name="Image 20" descr="preencoded.png">
            <a:extLst>
              <a:ext uri="{FF2B5EF4-FFF2-40B4-BE49-F238E27FC236}">
                <a16:creationId xmlns:a16="http://schemas.microsoft.com/office/drawing/2014/main" id="{64000697-4DD2-467D-B016-5457A639DF8C}"/>
              </a:ext>
            </a:extLst>
          </p:cNvPr>
          <p:cNvPicPr>
            <a:picLocks noChangeAspect="1"/>
          </p:cNvPicPr>
          <p:nvPr userDrawn="1"/>
        </p:nvPicPr>
        <p:blipFill>
          <a:blip r:embed="rId14">
            <a:extLst>
              <a:ext uri="{96DAC541-7B7A-43D3-8B79-37D633B846F1}">
                <asvg:svgBlip xmlns:asvg="http://schemas.microsoft.com/office/drawing/2016/SVG/main" r:embed="rId15"/>
              </a:ext>
            </a:extLst>
          </a:blip>
          <a:stretch>
            <a:fillRect/>
          </a:stretch>
        </p:blipFill>
        <p:spPr>
          <a:xfrm>
            <a:off x="5279231" y="2266950"/>
            <a:ext cx="128588" cy="133350"/>
          </a:xfrm>
          <a:prstGeom prst="rect">
            <a:avLst/>
          </a:prstGeom>
        </p:spPr>
      </p:pic>
      <p:pic>
        <p:nvPicPr>
          <p:cNvPr id="29" name="Image 21" descr="preencoded.png">
            <a:extLst>
              <a:ext uri="{FF2B5EF4-FFF2-40B4-BE49-F238E27FC236}">
                <a16:creationId xmlns:a16="http://schemas.microsoft.com/office/drawing/2014/main" id="{F83BA78A-BF02-4D8A-99F4-F482AA837DAC}"/>
              </a:ext>
            </a:extLst>
          </p:cNvPr>
          <p:cNvPicPr>
            <a:picLocks noChangeAspect="1"/>
          </p:cNvPicPr>
          <p:nvPr userDrawn="1"/>
        </p:nvPicPr>
        <p:blipFill>
          <a:blip r:embed="rId14">
            <a:extLst>
              <a:ext uri="{96DAC541-7B7A-43D3-8B79-37D633B846F1}">
                <asvg:svgBlip xmlns:asvg="http://schemas.microsoft.com/office/drawing/2016/SVG/main" r:embed="rId15"/>
              </a:ext>
            </a:extLst>
          </a:blip>
          <a:stretch>
            <a:fillRect/>
          </a:stretch>
        </p:blipFill>
        <p:spPr>
          <a:xfrm>
            <a:off x="7700962" y="6229350"/>
            <a:ext cx="128588" cy="133350"/>
          </a:xfrm>
          <a:prstGeom prst="rect">
            <a:avLst/>
          </a:prstGeom>
        </p:spPr>
      </p:pic>
      <p:pic>
        <p:nvPicPr>
          <p:cNvPr id="30" name="Image 22" descr="preencoded.png">
            <a:extLst>
              <a:ext uri="{FF2B5EF4-FFF2-40B4-BE49-F238E27FC236}">
                <a16:creationId xmlns:a16="http://schemas.microsoft.com/office/drawing/2014/main" id="{B97BD0A6-3624-488F-AF8F-9E9A27964B54}"/>
              </a:ext>
            </a:extLst>
          </p:cNvPr>
          <p:cNvPicPr>
            <a:picLocks noChangeAspect="1"/>
          </p:cNvPicPr>
          <p:nvPr userDrawn="1"/>
        </p:nvPicPr>
        <p:blipFill>
          <a:blip r:embed="rId14">
            <a:extLst>
              <a:ext uri="{96DAC541-7B7A-43D3-8B79-37D633B846F1}">
                <asvg:svgBlip xmlns:asvg="http://schemas.microsoft.com/office/drawing/2016/SVG/main" r:embed="rId15"/>
              </a:ext>
            </a:extLst>
          </a:blip>
          <a:stretch>
            <a:fillRect/>
          </a:stretch>
        </p:blipFill>
        <p:spPr>
          <a:xfrm>
            <a:off x="9429750" y="2266950"/>
            <a:ext cx="128588" cy="133350"/>
          </a:xfrm>
          <a:prstGeom prst="rect">
            <a:avLst/>
          </a:prstGeom>
        </p:spPr>
      </p:pic>
      <p:sp>
        <p:nvSpPr>
          <p:cNvPr id="58" name="Text Placeholder 5">
            <a:extLst>
              <a:ext uri="{FF2B5EF4-FFF2-40B4-BE49-F238E27FC236}">
                <a16:creationId xmlns:a16="http://schemas.microsoft.com/office/drawing/2014/main" id="{EEAF412A-D562-4BFF-9077-6C50366664CD}"/>
              </a:ext>
            </a:extLst>
          </p:cNvPr>
          <p:cNvSpPr>
            <a:spLocks noGrp="1"/>
          </p:cNvSpPr>
          <p:nvPr>
            <p:ph type="body" sz="quarter" idx="14"/>
          </p:nvPr>
        </p:nvSpPr>
        <p:spPr>
          <a:xfrm>
            <a:off x="917972" y="3441876"/>
            <a:ext cx="3714750" cy="2190750"/>
          </a:xfrm>
          <a:prstGeom prst="rect">
            <a:avLst/>
          </a:prstGeom>
        </p:spPr>
        <p:txBody>
          <a:bodyPr/>
          <a:lstStyle>
            <a:lvl1pPr marL="214313" marR="0" indent="-214313" algn="l" defTabSz="685800" rtl="0" eaLnBrk="1" fontAlgn="auto" latinLnBrk="0" hangingPunct="1">
              <a:lnSpc>
                <a:spcPts val="1575"/>
              </a:lnSpc>
              <a:spcBef>
                <a:spcPct val="0"/>
              </a:spcBef>
              <a:spcAft>
                <a:spcPts val="1125"/>
              </a:spcAft>
              <a:buClrTx/>
              <a:buSzPct val="80000"/>
              <a:buFontTx/>
              <a:buBlip>
                <a:blip r:embed="rId18">
                  <a:extLst>
                    <a:ext uri="{96DAC541-7B7A-43D3-8B79-37D633B846F1}">
                      <asvg:svgBlip xmlns:asvg="http://schemas.microsoft.com/office/drawing/2016/SVG/main" r:embed="rId19"/>
                    </a:ext>
                  </a:extLst>
                </a:blip>
              </a:buBlip>
              <a:defRPr lang="en-US" sz="1125" kern="1200" smtClean="0">
                <a:solidFill>
                  <a:srgbClr val="2C2C2C"/>
                </a:solidFill>
                <a:latin typeface="Century Gothic" panose="020b0502020202020204" pitchFamily="34" charset="0"/>
                <a:ea typeface="Century Gothic" panose="020b0502020202020204" pitchFamily="34" charset="0"/>
                <a:cs typeface="Arial" pitchFamily="34" charset="0"/>
              </a:defRPr>
            </a:lvl1pPr>
            <a:lvl2pPr>
              <a:defRPr lang="en-US" sz="1125" kern="1200" smtClean="0">
                <a:solidFill>
                  <a:srgbClr val="2C2C2C"/>
                </a:solidFill>
                <a:latin typeface="Poppins Regular" pitchFamily="34" charset="0"/>
                <a:ea typeface="Poppins Regular" pitchFamily="34" charset="-122"/>
                <a:cs typeface="Poppins Regular" pitchFamily="34" charset="-120"/>
              </a:defRPr>
            </a:lvl2pPr>
            <a:lvl3pPr>
              <a:defRPr lang="en-US" sz="1125" kern="1200" smtClean="0">
                <a:solidFill>
                  <a:srgbClr val="2C2C2C"/>
                </a:solidFill>
                <a:latin typeface="Poppins Regular" pitchFamily="34" charset="0"/>
                <a:ea typeface="Poppins Regular" pitchFamily="34" charset="-122"/>
                <a:cs typeface="Poppins Regular" pitchFamily="34" charset="-120"/>
              </a:defRPr>
            </a:lvl3pPr>
            <a:lvl4pPr>
              <a:defRPr lang="en-US" sz="1125" kern="1200" smtClean="0">
                <a:solidFill>
                  <a:srgbClr val="2C2C2C"/>
                </a:solidFill>
                <a:latin typeface="Poppins Regular" pitchFamily="34" charset="0"/>
                <a:ea typeface="Poppins Regular" pitchFamily="34" charset="-122"/>
                <a:cs typeface="Poppins Regular" pitchFamily="34" charset="-120"/>
              </a:defRPr>
            </a:lvl4pPr>
            <a:lvl5pPr>
              <a:defRPr lang="en-US" sz="1125" kern="1200">
                <a:solidFill>
                  <a:srgbClr val="2C2C2C"/>
                </a:solidFill>
                <a:latin typeface="Poppins Regular" pitchFamily="34" charset="0"/>
                <a:ea typeface="Poppins Regular" pitchFamily="34" charset="-122"/>
                <a:cs typeface="Poppins Regular" pitchFamily="34" charset="-120"/>
              </a:defRPr>
            </a:lvl5pPr>
          </a:lstStyle>
          <a:p>
            <a:pPr lvl="0"/>
            <a:r>
              <a:rPr lang="en-US"/>
              <a:t>Click to edit Master text styles</a:t>
            </a:r>
          </a:p>
          <a:p>
            <a:pPr marL="214313" marR="0" lvl="0" indent="-214313" algn="l" defTabSz="685800" rtl="0" eaLnBrk="1" fontAlgn="auto" latinLnBrk="0" hangingPunct="1">
              <a:lnSpc>
                <a:spcPts val="1575"/>
              </a:lnSpc>
              <a:spcBef>
                <a:spcPct val="0"/>
              </a:spcBef>
              <a:spcAft>
                <a:spcPts val="1125"/>
              </a:spcAft>
              <a:buClrTx/>
              <a:buSzPct val="80000"/>
              <a:buFontTx/>
              <a:buBlip>
                <a:blip r:embed="rId18">
                  <a:extLst>
                    <a:ext uri="{96DAC541-7B7A-43D3-8B79-37D633B846F1}">
                      <asvg:svgBlip xmlns:asvg="http://schemas.microsoft.com/office/drawing/2016/SVG/main" r:embed="rId19"/>
                    </a:ext>
                  </a:extLst>
                </a:blip>
              </a:buBlip>
              <a:defRPr/>
            </a:pPr>
            <a:r>
              <a:rPr lang="en-US"/>
              <a:t>Click to edit Master text styles</a:t>
            </a:r>
          </a:p>
          <a:p>
            <a:pPr marL="214313" marR="0" lvl="0" indent="-214313" algn="l" defTabSz="685800" rtl="0" eaLnBrk="1" fontAlgn="auto" latinLnBrk="0" hangingPunct="1">
              <a:lnSpc>
                <a:spcPts val="1575"/>
              </a:lnSpc>
              <a:spcBef>
                <a:spcPct val="0"/>
              </a:spcBef>
              <a:spcAft>
                <a:spcPts val="1125"/>
              </a:spcAft>
              <a:buClrTx/>
              <a:buSzPct val="80000"/>
              <a:buFontTx/>
              <a:buBlip>
                <a:blip r:embed="rId18">
                  <a:extLst>
                    <a:ext uri="{96DAC541-7B7A-43D3-8B79-37D633B846F1}">
                      <asvg:svgBlip xmlns:asvg="http://schemas.microsoft.com/office/drawing/2016/SVG/main" r:embed="rId19"/>
                    </a:ext>
                  </a:extLst>
                </a:blip>
              </a:buBlip>
              <a:defRPr/>
            </a:pPr>
            <a:r>
              <a:rPr lang="en-US"/>
              <a:t>Click to edit Master text styles</a:t>
            </a:r>
          </a:p>
          <a:p>
            <a:pPr marL="214313" marR="0" lvl="0" indent="-214313" algn="l" defTabSz="685800" rtl="0" eaLnBrk="1" fontAlgn="auto" latinLnBrk="0" hangingPunct="1">
              <a:lnSpc>
                <a:spcPts val="1575"/>
              </a:lnSpc>
              <a:spcBef>
                <a:spcPct val="0"/>
              </a:spcBef>
              <a:spcAft>
                <a:spcPts val="1125"/>
              </a:spcAft>
              <a:buClrTx/>
              <a:buSzPct val="80000"/>
              <a:buFontTx/>
              <a:buBlip>
                <a:blip r:embed="rId18">
                  <a:extLst>
                    <a:ext uri="{96DAC541-7B7A-43D3-8B79-37D633B846F1}">
                      <asvg:svgBlip xmlns:asvg="http://schemas.microsoft.com/office/drawing/2016/SVG/main" r:embed="rId19"/>
                    </a:ext>
                  </a:extLst>
                </a:blip>
              </a:buBlip>
              <a:defRPr/>
            </a:pPr>
            <a:r>
              <a:rPr lang="en-US"/>
              <a:t>Click to edit Master text styles</a:t>
            </a:r>
          </a:p>
          <a:p>
            <a:pPr marL="214313" marR="0" lvl="0" indent="-214313" algn="l" defTabSz="685800" rtl="0" eaLnBrk="1" fontAlgn="auto" latinLnBrk="0" hangingPunct="1">
              <a:lnSpc>
                <a:spcPts val="1575"/>
              </a:lnSpc>
              <a:spcBef>
                <a:spcPct val="0"/>
              </a:spcBef>
              <a:spcAft>
                <a:spcPts val="1125"/>
              </a:spcAft>
              <a:buClrTx/>
              <a:buSzPct val="80000"/>
              <a:buFontTx/>
              <a:buBlip>
                <a:blip r:embed="rId18">
                  <a:extLst>
                    <a:ext uri="{96DAC541-7B7A-43D3-8B79-37D633B846F1}">
                      <asvg:svgBlip xmlns:asvg="http://schemas.microsoft.com/office/drawing/2016/SVG/main" r:embed="rId19"/>
                    </a:ext>
                  </a:extLst>
                </a:blip>
              </a:buBlip>
              <a:defRPr/>
            </a:pPr>
            <a:r>
              <a:rPr lang="en-US"/>
              <a:t>Click to edit Master text styles</a:t>
            </a:r>
          </a:p>
        </p:txBody>
      </p:sp>
      <p:sp>
        <p:nvSpPr>
          <p:cNvPr id="59" name="Text Placeholder 5">
            <a:extLst>
              <a:ext uri="{FF2B5EF4-FFF2-40B4-BE49-F238E27FC236}">
                <a16:creationId xmlns:a16="http://schemas.microsoft.com/office/drawing/2014/main" id="{B14F9093-C7AA-4567-BBCB-75FF1984C622}"/>
              </a:ext>
            </a:extLst>
          </p:cNvPr>
          <p:cNvSpPr>
            <a:spLocks noGrp="1"/>
          </p:cNvSpPr>
          <p:nvPr>
            <p:ph type="body" sz="quarter" idx="15"/>
          </p:nvPr>
        </p:nvSpPr>
        <p:spPr>
          <a:xfrm>
            <a:off x="5083209" y="3441876"/>
            <a:ext cx="3714750" cy="2190750"/>
          </a:xfrm>
          <a:prstGeom prst="rect">
            <a:avLst/>
          </a:prstGeom>
        </p:spPr>
        <p:txBody>
          <a:bodyPr/>
          <a:lstStyle>
            <a:lvl1pPr marL="214313" marR="0" indent="-214313" algn="l" defTabSz="685800" rtl="0" eaLnBrk="1" fontAlgn="auto" latinLnBrk="0" hangingPunct="1">
              <a:lnSpc>
                <a:spcPts val="1575"/>
              </a:lnSpc>
              <a:spcBef>
                <a:spcPct val="0"/>
              </a:spcBef>
              <a:spcAft>
                <a:spcPts val="1125"/>
              </a:spcAft>
              <a:buClrTx/>
              <a:buSzPct val="80000"/>
              <a:buFontTx/>
              <a:buBlip>
                <a:blip r:embed="rId18">
                  <a:extLst>
                    <a:ext uri="{96DAC541-7B7A-43D3-8B79-37D633B846F1}">
                      <asvg:svgBlip xmlns:asvg="http://schemas.microsoft.com/office/drawing/2016/SVG/main" r:embed="rId19"/>
                    </a:ext>
                  </a:extLst>
                </a:blip>
              </a:buBlip>
              <a:defRPr lang="en-US" sz="1125" kern="1200" smtClean="0">
                <a:solidFill>
                  <a:srgbClr val="2C2C2C"/>
                </a:solidFill>
                <a:latin typeface="Century Gothic" panose="020b0502020202020204" pitchFamily="34" charset="0"/>
                <a:ea typeface="Century Gothic" panose="020b0502020202020204" pitchFamily="34" charset="0"/>
                <a:cs typeface="Arial" pitchFamily="34" charset="0"/>
              </a:defRPr>
            </a:lvl1pPr>
            <a:lvl2pPr>
              <a:defRPr lang="en-US" sz="1125" kern="1200" smtClean="0">
                <a:solidFill>
                  <a:srgbClr val="2C2C2C"/>
                </a:solidFill>
                <a:latin typeface="Poppins Regular" pitchFamily="34" charset="0"/>
                <a:ea typeface="Poppins Regular" pitchFamily="34" charset="-122"/>
                <a:cs typeface="Poppins Regular" pitchFamily="34" charset="-120"/>
              </a:defRPr>
            </a:lvl2pPr>
            <a:lvl3pPr>
              <a:defRPr lang="en-US" sz="1125" kern="1200" smtClean="0">
                <a:solidFill>
                  <a:srgbClr val="2C2C2C"/>
                </a:solidFill>
                <a:latin typeface="Poppins Regular" pitchFamily="34" charset="0"/>
                <a:ea typeface="Poppins Regular" pitchFamily="34" charset="-122"/>
                <a:cs typeface="Poppins Regular" pitchFamily="34" charset="-120"/>
              </a:defRPr>
            </a:lvl3pPr>
            <a:lvl4pPr>
              <a:defRPr lang="en-US" sz="1125" kern="1200" smtClean="0">
                <a:solidFill>
                  <a:srgbClr val="2C2C2C"/>
                </a:solidFill>
                <a:latin typeface="Poppins Regular" pitchFamily="34" charset="0"/>
                <a:ea typeface="Poppins Regular" pitchFamily="34" charset="-122"/>
                <a:cs typeface="Poppins Regular" pitchFamily="34" charset="-120"/>
              </a:defRPr>
            </a:lvl4pPr>
            <a:lvl5pPr>
              <a:defRPr lang="en-US" sz="1125" kern="1200">
                <a:solidFill>
                  <a:srgbClr val="2C2C2C"/>
                </a:solidFill>
                <a:latin typeface="Poppins Regular" pitchFamily="34" charset="0"/>
                <a:ea typeface="Poppins Regular" pitchFamily="34" charset="-122"/>
                <a:cs typeface="Poppins Regular" pitchFamily="34" charset="-120"/>
              </a:defRPr>
            </a:lvl5pPr>
          </a:lstStyle>
          <a:p>
            <a:pPr lvl="0"/>
            <a:r>
              <a:rPr lang="en-US"/>
              <a:t>Click to edit Master text styles</a:t>
            </a:r>
          </a:p>
          <a:p>
            <a:pPr marL="214313" marR="0" lvl="0" indent="-214313" algn="l" defTabSz="685800" rtl="0" eaLnBrk="1" fontAlgn="auto" latinLnBrk="0" hangingPunct="1">
              <a:lnSpc>
                <a:spcPts val="1575"/>
              </a:lnSpc>
              <a:spcBef>
                <a:spcPct val="0"/>
              </a:spcBef>
              <a:spcAft>
                <a:spcPts val="1125"/>
              </a:spcAft>
              <a:buClrTx/>
              <a:buSzPct val="80000"/>
              <a:buFontTx/>
              <a:buBlip>
                <a:blip r:embed="rId18">
                  <a:extLst>
                    <a:ext uri="{96DAC541-7B7A-43D3-8B79-37D633B846F1}">
                      <asvg:svgBlip xmlns:asvg="http://schemas.microsoft.com/office/drawing/2016/SVG/main" r:embed="rId19"/>
                    </a:ext>
                  </a:extLst>
                </a:blip>
              </a:buBlip>
              <a:defRPr/>
            </a:pPr>
            <a:r>
              <a:rPr lang="en-US"/>
              <a:t>Click to edit Master text styles</a:t>
            </a:r>
          </a:p>
          <a:p>
            <a:pPr marL="214313" marR="0" lvl="0" indent="-214313" algn="l" defTabSz="685800" rtl="0" eaLnBrk="1" fontAlgn="auto" latinLnBrk="0" hangingPunct="1">
              <a:lnSpc>
                <a:spcPts val="1575"/>
              </a:lnSpc>
              <a:spcBef>
                <a:spcPct val="0"/>
              </a:spcBef>
              <a:spcAft>
                <a:spcPts val="1125"/>
              </a:spcAft>
              <a:buClrTx/>
              <a:buSzPct val="80000"/>
              <a:buFontTx/>
              <a:buBlip>
                <a:blip r:embed="rId18">
                  <a:extLst>
                    <a:ext uri="{96DAC541-7B7A-43D3-8B79-37D633B846F1}">
                      <asvg:svgBlip xmlns:asvg="http://schemas.microsoft.com/office/drawing/2016/SVG/main" r:embed="rId19"/>
                    </a:ext>
                  </a:extLst>
                </a:blip>
              </a:buBlip>
              <a:defRPr/>
            </a:pPr>
            <a:r>
              <a:rPr lang="en-US"/>
              <a:t>Click to edit Master text styles</a:t>
            </a:r>
          </a:p>
          <a:p>
            <a:pPr marL="214313" marR="0" lvl="0" indent="-214313" algn="l" defTabSz="685800" rtl="0" eaLnBrk="1" fontAlgn="auto" latinLnBrk="0" hangingPunct="1">
              <a:lnSpc>
                <a:spcPts val="1575"/>
              </a:lnSpc>
              <a:spcBef>
                <a:spcPct val="0"/>
              </a:spcBef>
              <a:spcAft>
                <a:spcPts val="1125"/>
              </a:spcAft>
              <a:buClrTx/>
              <a:buSzPct val="80000"/>
              <a:buFontTx/>
              <a:buBlip>
                <a:blip r:embed="rId18">
                  <a:extLst>
                    <a:ext uri="{96DAC541-7B7A-43D3-8B79-37D633B846F1}">
                      <asvg:svgBlip xmlns:asvg="http://schemas.microsoft.com/office/drawing/2016/SVG/main" r:embed="rId19"/>
                    </a:ext>
                  </a:extLst>
                </a:blip>
              </a:buBlip>
              <a:defRPr/>
            </a:pPr>
            <a:r>
              <a:rPr lang="en-US"/>
              <a:t>Click to edit Master text styles</a:t>
            </a:r>
          </a:p>
          <a:p>
            <a:pPr marL="214313" marR="0" lvl="0" indent="-214313" algn="l" defTabSz="685800" rtl="0" eaLnBrk="1" fontAlgn="auto" latinLnBrk="0" hangingPunct="1">
              <a:lnSpc>
                <a:spcPts val="1575"/>
              </a:lnSpc>
              <a:spcBef>
                <a:spcPct val="0"/>
              </a:spcBef>
              <a:spcAft>
                <a:spcPts val="1125"/>
              </a:spcAft>
              <a:buClrTx/>
              <a:buSzPct val="80000"/>
              <a:buFontTx/>
              <a:buBlip>
                <a:blip r:embed="rId18">
                  <a:extLst>
                    <a:ext uri="{96DAC541-7B7A-43D3-8B79-37D633B846F1}">
                      <asvg:svgBlip xmlns:asvg="http://schemas.microsoft.com/office/drawing/2016/SVG/main" r:embed="rId19"/>
                    </a:ext>
                  </a:extLst>
                </a:blip>
              </a:buBlip>
              <a:defRPr/>
            </a:pPr>
            <a:r>
              <a:rPr lang="en-US"/>
              <a:t>Click to edit Master text styles</a:t>
            </a:r>
          </a:p>
        </p:txBody>
      </p:sp>
      <p:sp>
        <p:nvSpPr>
          <p:cNvPr id="60" name="Text Placeholder 5">
            <a:extLst>
              <a:ext uri="{FF2B5EF4-FFF2-40B4-BE49-F238E27FC236}">
                <a16:creationId xmlns:a16="http://schemas.microsoft.com/office/drawing/2014/main" id="{2B76C2F2-33B3-4110-96BE-8859C0B945C5}"/>
              </a:ext>
            </a:extLst>
          </p:cNvPr>
          <p:cNvSpPr>
            <a:spLocks noGrp="1"/>
          </p:cNvSpPr>
          <p:nvPr>
            <p:ph type="body" sz="quarter" idx="16"/>
          </p:nvPr>
        </p:nvSpPr>
        <p:spPr>
          <a:xfrm>
            <a:off x="9229725" y="3441876"/>
            <a:ext cx="3714750" cy="2190750"/>
          </a:xfrm>
          <a:prstGeom prst="rect">
            <a:avLst/>
          </a:prstGeom>
        </p:spPr>
        <p:txBody>
          <a:bodyPr/>
          <a:lstStyle>
            <a:lvl1pPr marL="214313" marR="0" indent="-214313" algn="l" defTabSz="685800" rtl="0" eaLnBrk="1" fontAlgn="auto" latinLnBrk="0" hangingPunct="1">
              <a:lnSpc>
                <a:spcPts val="1575"/>
              </a:lnSpc>
              <a:spcBef>
                <a:spcPct val="0"/>
              </a:spcBef>
              <a:spcAft>
                <a:spcPts val="1125"/>
              </a:spcAft>
              <a:buClrTx/>
              <a:buSzPct val="80000"/>
              <a:buFontTx/>
              <a:buBlip>
                <a:blip r:embed="rId18">
                  <a:extLst>
                    <a:ext uri="{96DAC541-7B7A-43D3-8B79-37D633B846F1}">
                      <asvg:svgBlip xmlns:asvg="http://schemas.microsoft.com/office/drawing/2016/SVG/main" r:embed="rId19"/>
                    </a:ext>
                  </a:extLst>
                </a:blip>
              </a:buBlip>
              <a:defRPr lang="en-US" sz="1125" kern="1200" smtClean="0">
                <a:solidFill>
                  <a:srgbClr val="2C2C2C"/>
                </a:solidFill>
                <a:latin typeface="Century Gothic" panose="020b0502020202020204" pitchFamily="34" charset="0"/>
                <a:ea typeface="Century Gothic" panose="020b0502020202020204" pitchFamily="34" charset="0"/>
                <a:cs typeface="Arial" pitchFamily="34" charset="0"/>
              </a:defRPr>
            </a:lvl1pPr>
            <a:lvl2pPr>
              <a:defRPr lang="en-US" sz="1125" kern="1200" smtClean="0">
                <a:solidFill>
                  <a:srgbClr val="2C2C2C"/>
                </a:solidFill>
                <a:latin typeface="Poppins Regular" pitchFamily="34" charset="0"/>
                <a:ea typeface="Poppins Regular" pitchFamily="34" charset="-122"/>
                <a:cs typeface="Poppins Regular" pitchFamily="34" charset="-120"/>
              </a:defRPr>
            </a:lvl2pPr>
            <a:lvl3pPr>
              <a:defRPr lang="en-US" sz="1125" kern="1200" smtClean="0">
                <a:solidFill>
                  <a:srgbClr val="2C2C2C"/>
                </a:solidFill>
                <a:latin typeface="Poppins Regular" pitchFamily="34" charset="0"/>
                <a:ea typeface="Poppins Regular" pitchFamily="34" charset="-122"/>
                <a:cs typeface="Poppins Regular" pitchFamily="34" charset="-120"/>
              </a:defRPr>
            </a:lvl3pPr>
            <a:lvl4pPr>
              <a:defRPr lang="en-US" sz="1125" kern="1200" smtClean="0">
                <a:solidFill>
                  <a:srgbClr val="2C2C2C"/>
                </a:solidFill>
                <a:latin typeface="Poppins Regular" pitchFamily="34" charset="0"/>
                <a:ea typeface="Poppins Regular" pitchFamily="34" charset="-122"/>
                <a:cs typeface="Poppins Regular" pitchFamily="34" charset="-120"/>
              </a:defRPr>
            </a:lvl4pPr>
            <a:lvl5pPr>
              <a:defRPr lang="en-US" sz="1125" kern="1200">
                <a:solidFill>
                  <a:srgbClr val="2C2C2C"/>
                </a:solidFill>
                <a:latin typeface="Poppins Regular" pitchFamily="34" charset="0"/>
                <a:ea typeface="Poppins Regular" pitchFamily="34" charset="-122"/>
                <a:cs typeface="Poppins Regular" pitchFamily="34" charset="-120"/>
              </a:defRPr>
            </a:lvl5pPr>
          </a:lstStyle>
          <a:p>
            <a:pPr lvl="0"/>
            <a:r>
              <a:rPr lang="en-US"/>
              <a:t>Click to edit Master text styles</a:t>
            </a:r>
          </a:p>
          <a:p>
            <a:pPr marL="214313" marR="0" lvl="0" indent="-214313" algn="l" defTabSz="685800" rtl="0" eaLnBrk="1" fontAlgn="auto" latinLnBrk="0" hangingPunct="1">
              <a:lnSpc>
                <a:spcPts val="1575"/>
              </a:lnSpc>
              <a:spcBef>
                <a:spcPct val="0"/>
              </a:spcBef>
              <a:spcAft>
                <a:spcPts val="1125"/>
              </a:spcAft>
              <a:buClrTx/>
              <a:buSzPct val="80000"/>
              <a:buFontTx/>
              <a:buBlip>
                <a:blip r:embed="rId18">
                  <a:extLst>
                    <a:ext uri="{96DAC541-7B7A-43D3-8B79-37D633B846F1}">
                      <asvg:svgBlip xmlns:asvg="http://schemas.microsoft.com/office/drawing/2016/SVG/main" r:embed="rId19"/>
                    </a:ext>
                  </a:extLst>
                </a:blip>
              </a:buBlip>
              <a:defRPr/>
            </a:pPr>
            <a:r>
              <a:rPr lang="en-US"/>
              <a:t>Click to edit Master text styles</a:t>
            </a:r>
          </a:p>
          <a:p>
            <a:pPr marL="214313" marR="0" lvl="0" indent="-214313" algn="l" defTabSz="685800" rtl="0" eaLnBrk="1" fontAlgn="auto" latinLnBrk="0" hangingPunct="1">
              <a:lnSpc>
                <a:spcPts val="1575"/>
              </a:lnSpc>
              <a:spcBef>
                <a:spcPct val="0"/>
              </a:spcBef>
              <a:spcAft>
                <a:spcPts val="1125"/>
              </a:spcAft>
              <a:buClrTx/>
              <a:buSzPct val="80000"/>
              <a:buFontTx/>
              <a:buBlip>
                <a:blip r:embed="rId18">
                  <a:extLst>
                    <a:ext uri="{96DAC541-7B7A-43D3-8B79-37D633B846F1}">
                      <asvg:svgBlip xmlns:asvg="http://schemas.microsoft.com/office/drawing/2016/SVG/main" r:embed="rId19"/>
                    </a:ext>
                  </a:extLst>
                </a:blip>
              </a:buBlip>
              <a:defRPr/>
            </a:pPr>
            <a:r>
              <a:rPr lang="en-US"/>
              <a:t>Click to edit Master text styles</a:t>
            </a:r>
          </a:p>
          <a:p>
            <a:pPr marL="214313" marR="0" lvl="0" indent="-214313" algn="l" defTabSz="685800" rtl="0" eaLnBrk="1" fontAlgn="auto" latinLnBrk="0" hangingPunct="1">
              <a:lnSpc>
                <a:spcPts val="1575"/>
              </a:lnSpc>
              <a:spcBef>
                <a:spcPct val="0"/>
              </a:spcBef>
              <a:spcAft>
                <a:spcPts val="1125"/>
              </a:spcAft>
              <a:buClrTx/>
              <a:buSzPct val="80000"/>
              <a:buFontTx/>
              <a:buBlip>
                <a:blip r:embed="rId18">
                  <a:extLst>
                    <a:ext uri="{96DAC541-7B7A-43D3-8B79-37D633B846F1}">
                      <asvg:svgBlip xmlns:asvg="http://schemas.microsoft.com/office/drawing/2016/SVG/main" r:embed="rId19"/>
                    </a:ext>
                  </a:extLst>
                </a:blip>
              </a:buBlip>
              <a:defRPr/>
            </a:pPr>
            <a:r>
              <a:rPr lang="en-US"/>
              <a:t>Click to edit Master text styles</a:t>
            </a:r>
          </a:p>
          <a:p>
            <a:pPr marL="214313" marR="0" lvl="0" indent="-214313" algn="l" defTabSz="685800" rtl="0" eaLnBrk="1" fontAlgn="auto" latinLnBrk="0" hangingPunct="1">
              <a:lnSpc>
                <a:spcPts val="1575"/>
              </a:lnSpc>
              <a:spcBef>
                <a:spcPct val="0"/>
              </a:spcBef>
              <a:spcAft>
                <a:spcPts val="1125"/>
              </a:spcAft>
              <a:buClrTx/>
              <a:buSzPct val="80000"/>
              <a:buFontTx/>
              <a:buBlip>
                <a:blip r:embed="rId18">
                  <a:extLst>
                    <a:ext uri="{96DAC541-7B7A-43D3-8B79-37D633B846F1}">
                      <asvg:svgBlip xmlns:asvg="http://schemas.microsoft.com/office/drawing/2016/SVG/main" r:embed="rId19"/>
                    </a:ext>
                  </a:extLst>
                </a:blip>
              </a:buBlip>
              <a:defRPr/>
            </a:pPr>
            <a:r>
              <a:rPr lang="en-US"/>
              <a:t>Click to edit Master text styles</a:t>
            </a:r>
          </a:p>
        </p:txBody>
      </p:sp>
      <p:sp>
        <p:nvSpPr>
          <p:cNvPr id="61" name="Text Placeholder 5">
            <a:extLst>
              <a:ext uri="{FF2B5EF4-FFF2-40B4-BE49-F238E27FC236}">
                <a16:creationId xmlns:a16="http://schemas.microsoft.com/office/drawing/2014/main" id="{DE7540AC-5346-42ED-94FD-1F28C302ECF2}"/>
              </a:ext>
            </a:extLst>
          </p:cNvPr>
          <p:cNvSpPr>
            <a:spLocks noGrp="1"/>
          </p:cNvSpPr>
          <p:nvPr>
            <p:ph type="body" sz="quarter" idx="17"/>
          </p:nvPr>
        </p:nvSpPr>
        <p:spPr>
          <a:xfrm>
            <a:off x="3342844" y="7405256"/>
            <a:ext cx="3714750" cy="2190750"/>
          </a:xfrm>
          <a:prstGeom prst="rect">
            <a:avLst/>
          </a:prstGeom>
        </p:spPr>
        <p:txBody>
          <a:bodyPr/>
          <a:lstStyle>
            <a:lvl1pPr marL="214313" marR="0" indent="-214313" algn="l" defTabSz="685800" rtl="0" eaLnBrk="1" fontAlgn="auto" latinLnBrk="0" hangingPunct="1">
              <a:lnSpc>
                <a:spcPts val="1575"/>
              </a:lnSpc>
              <a:spcBef>
                <a:spcPct val="0"/>
              </a:spcBef>
              <a:spcAft>
                <a:spcPts val="1125"/>
              </a:spcAft>
              <a:buClrTx/>
              <a:buSzPct val="80000"/>
              <a:buFontTx/>
              <a:buBlip>
                <a:blip r:embed="rId18">
                  <a:extLst>
                    <a:ext uri="{96DAC541-7B7A-43D3-8B79-37D633B846F1}">
                      <asvg:svgBlip xmlns:asvg="http://schemas.microsoft.com/office/drawing/2016/SVG/main" r:embed="rId19"/>
                    </a:ext>
                  </a:extLst>
                </a:blip>
              </a:buBlip>
              <a:defRPr lang="en-US" sz="1125" kern="1200" smtClean="0">
                <a:solidFill>
                  <a:srgbClr val="2C2C2C"/>
                </a:solidFill>
                <a:latin typeface="Century Gothic" panose="020b0502020202020204" pitchFamily="34" charset="0"/>
                <a:ea typeface="Century Gothic" panose="020b0502020202020204" pitchFamily="34" charset="0"/>
                <a:cs typeface="Arial" pitchFamily="34" charset="0"/>
              </a:defRPr>
            </a:lvl1pPr>
            <a:lvl2pPr>
              <a:defRPr lang="en-US" sz="1125" kern="1200" smtClean="0">
                <a:solidFill>
                  <a:srgbClr val="2C2C2C"/>
                </a:solidFill>
                <a:latin typeface="Poppins Regular" pitchFamily="34" charset="0"/>
                <a:ea typeface="Poppins Regular" pitchFamily="34" charset="-122"/>
                <a:cs typeface="Poppins Regular" pitchFamily="34" charset="-120"/>
              </a:defRPr>
            </a:lvl2pPr>
            <a:lvl3pPr>
              <a:defRPr lang="en-US" sz="1125" kern="1200" smtClean="0">
                <a:solidFill>
                  <a:srgbClr val="2C2C2C"/>
                </a:solidFill>
                <a:latin typeface="Poppins Regular" pitchFamily="34" charset="0"/>
                <a:ea typeface="Poppins Regular" pitchFamily="34" charset="-122"/>
                <a:cs typeface="Poppins Regular" pitchFamily="34" charset="-120"/>
              </a:defRPr>
            </a:lvl3pPr>
            <a:lvl4pPr>
              <a:defRPr lang="en-US" sz="1125" kern="1200" smtClean="0">
                <a:solidFill>
                  <a:srgbClr val="2C2C2C"/>
                </a:solidFill>
                <a:latin typeface="Poppins Regular" pitchFamily="34" charset="0"/>
                <a:ea typeface="Poppins Regular" pitchFamily="34" charset="-122"/>
                <a:cs typeface="Poppins Regular" pitchFamily="34" charset="-120"/>
              </a:defRPr>
            </a:lvl4pPr>
            <a:lvl5pPr>
              <a:defRPr lang="en-US" sz="1125" kern="1200">
                <a:solidFill>
                  <a:srgbClr val="2C2C2C"/>
                </a:solidFill>
                <a:latin typeface="Poppins Regular" pitchFamily="34" charset="0"/>
                <a:ea typeface="Poppins Regular" pitchFamily="34" charset="-122"/>
                <a:cs typeface="Poppins Regular" pitchFamily="34" charset="-120"/>
              </a:defRPr>
            </a:lvl5pPr>
          </a:lstStyle>
          <a:p>
            <a:pPr lvl="0"/>
            <a:r>
              <a:rPr lang="en-US"/>
              <a:t>Click to edit Master text styles</a:t>
            </a:r>
          </a:p>
          <a:p>
            <a:pPr marL="214313" marR="0" lvl="0" indent="-214313" algn="l" defTabSz="685800" rtl="0" eaLnBrk="1" fontAlgn="auto" latinLnBrk="0" hangingPunct="1">
              <a:lnSpc>
                <a:spcPts val="1575"/>
              </a:lnSpc>
              <a:spcBef>
                <a:spcPct val="0"/>
              </a:spcBef>
              <a:spcAft>
                <a:spcPts val="1125"/>
              </a:spcAft>
              <a:buClrTx/>
              <a:buSzPct val="80000"/>
              <a:buFontTx/>
              <a:buBlip>
                <a:blip r:embed="rId18">
                  <a:extLst>
                    <a:ext uri="{96DAC541-7B7A-43D3-8B79-37D633B846F1}">
                      <asvg:svgBlip xmlns:asvg="http://schemas.microsoft.com/office/drawing/2016/SVG/main" r:embed="rId19"/>
                    </a:ext>
                  </a:extLst>
                </a:blip>
              </a:buBlip>
              <a:defRPr/>
            </a:pPr>
            <a:r>
              <a:rPr lang="en-US"/>
              <a:t>Click to edit Master text styles</a:t>
            </a:r>
          </a:p>
          <a:p>
            <a:pPr marL="214313" marR="0" lvl="0" indent="-214313" algn="l" defTabSz="685800" rtl="0" eaLnBrk="1" fontAlgn="auto" latinLnBrk="0" hangingPunct="1">
              <a:lnSpc>
                <a:spcPts val="1575"/>
              </a:lnSpc>
              <a:spcBef>
                <a:spcPct val="0"/>
              </a:spcBef>
              <a:spcAft>
                <a:spcPts val="1125"/>
              </a:spcAft>
              <a:buClrTx/>
              <a:buSzPct val="80000"/>
              <a:buFontTx/>
              <a:buBlip>
                <a:blip r:embed="rId18">
                  <a:extLst>
                    <a:ext uri="{96DAC541-7B7A-43D3-8B79-37D633B846F1}">
                      <asvg:svgBlip xmlns:asvg="http://schemas.microsoft.com/office/drawing/2016/SVG/main" r:embed="rId19"/>
                    </a:ext>
                  </a:extLst>
                </a:blip>
              </a:buBlip>
              <a:defRPr/>
            </a:pPr>
            <a:r>
              <a:rPr lang="en-US"/>
              <a:t>Click to edit Master text styles</a:t>
            </a:r>
          </a:p>
          <a:p>
            <a:pPr marL="214313" marR="0" lvl="0" indent="-214313" algn="l" defTabSz="685800" rtl="0" eaLnBrk="1" fontAlgn="auto" latinLnBrk="0" hangingPunct="1">
              <a:lnSpc>
                <a:spcPts val="1575"/>
              </a:lnSpc>
              <a:spcBef>
                <a:spcPct val="0"/>
              </a:spcBef>
              <a:spcAft>
                <a:spcPts val="1125"/>
              </a:spcAft>
              <a:buClrTx/>
              <a:buSzPct val="80000"/>
              <a:buFontTx/>
              <a:buBlip>
                <a:blip r:embed="rId18">
                  <a:extLst>
                    <a:ext uri="{96DAC541-7B7A-43D3-8B79-37D633B846F1}">
                      <asvg:svgBlip xmlns:asvg="http://schemas.microsoft.com/office/drawing/2016/SVG/main" r:embed="rId19"/>
                    </a:ext>
                  </a:extLst>
                </a:blip>
              </a:buBlip>
              <a:defRPr/>
            </a:pPr>
            <a:r>
              <a:rPr lang="en-US"/>
              <a:t>Click to edit Master text styles</a:t>
            </a:r>
          </a:p>
          <a:p>
            <a:pPr marL="214313" marR="0" lvl="0" indent="-214313" algn="l" defTabSz="685800" rtl="0" eaLnBrk="1" fontAlgn="auto" latinLnBrk="0" hangingPunct="1">
              <a:lnSpc>
                <a:spcPts val="1575"/>
              </a:lnSpc>
              <a:spcBef>
                <a:spcPct val="0"/>
              </a:spcBef>
              <a:spcAft>
                <a:spcPts val="1125"/>
              </a:spcAft>
              <a:buClrTx/>
              <a:buSzPct val="80000"/>
              <a:buFontTx/>
              <a:buBlip>
                <a:blip r:embed="rId18">
                  <a:extLst>
                    <a:ext uri="{96DAC541-7B7A-43D3-8B79-37D633B846F1}">
                      <asvg:svgBlip xmlns:asvg="http://schemas.microsoft.com/office/drawing/2016/SVG/main" r:embed="rId19"/>
                    </a:ext>
                  </a:extLst>
                </a:blip>
              </a:buBlip>
              <a:defRPr/>
            </a:pPr>
            <a:r>
              <a:rPr lang="en-US"/>
              <a:t>Click to edit Master text styles</a:t>
            </a:r>
          </a:p>
        </p:txBody>
      </p:sp>
      <p:sp>
        <p:nvSpPr>
          <p:cNvPr id="62" name="Text Placeholder 5">
            <a:extLst>
              <a:ext uri="{FF2B5EF4-FFF2-40B4-BE49-F238E27FC236}">
                <a16:creationId xmlns:a16="http://schemas.microsoft.com/office/drawing/2014/main" id="{2BAFD4B9-0987-4A6B-920E-DE12CC708A89}"/>
              </a:ext>
            </a:extLst>
          </p:cNvPr>
          <p:cNvSpPr>
            <a:spLocks noGrp="1"/>
          </p:cNvSpPr>
          <p:nvPr>
            <p:ph type="body" sz="quarter" idx="18"/>
          </p:nvPr>
        </p:nvSpPr>
        <p:spPr>
          <a:xfrm>
            <a:off x="7512412" y="7405256"/>
            <a:ext cx="3714750" cy="2190750"/>
          </a:xfrm>
          <a:prstGeom prst="rect">
            <a:avLst/>
          </a:prstGeom>
        </p:spPr>
        <p:txBody>
          <a:bodyPr/>
          <a:lstStyle>
            <a:lvl1pPr marL="214313" marR="0" indent="-214313" algn="l" defTabSz="685800" rtl="0" eaLnBrk="1" fontAlgn="auto" latinLnBrk="0" hangingPunct="1">
              <a:lnSpc>
                <a:spcPts val="1575"/>
              </a:lnSpc>
              <a:spcBef>
                <a:spcPct val="0"/>
              </a:spcBef>
              <a:spcAft>
                <a:spcPts val="1125"/>
              </a:spcAft>
              <a:buClrTx/>
              <a:buSzPct val="80000"/>
              <a:buFontTx/>
              <a:buBlip>
                <a:blip r:embed="rId18">
                  <a:extLst>
                    <a:ext uri="{96DAC541-7B7A-43D3-8B79-37D633B846F1}">
                      <asvg:svgBlip xmlns:asvg="http://schemas.microsoft.com/office/drawing/2016/SVG/main" r:embed="rId19"/>
                    </a:ext>
                  </a:extLst>
                </a:blip>
              </a:buBlip>
              <a:defRPr lang="en-US" sz="1125" kern="1200" smtClean="0">
                <a:solidFill>
                  <a:srgbClr val="2C2C2C"/>
                </a:solidFill>
                <a:latin typeface="Century Gothic" panose="020b0502020202020204" pitchFamily="34" charset="0"/>
                <a:ea typeface="Century Gothic" panose="020b0502020202020204" pitchFamily="34" charset="0"/>
                <a:cs typeface="Arial" pitchFamily="34" charset="0"/>
              </a:defRPr>
            </a:lvl1pPr>
            <a:lvl2pPr>
              <a:defRPr lang="en-US" sz="1125" kern="1200" smtClean="0">
                <a:solidFill>
                  <a:srgbClr val="2C2C2C"/>
                </a:solidFill>
                <a:latin typeface="Poppins Regular" pitchFamily="34" charset="0"/>
                <a:ea typeface="Poppins Regular" pitchFamily="34" charset="-122"/>
                <a:cs typeface="Poppins Regular" pitchFamily="34" charset="-120"/>
              </a:defRPr>
            </a:lvl2pPr>
            <a:lvl3pPr>
              <a:defRPr lang="en-US" sz="1125" kern="1200" smtClean="0">
                <a:solidFill>
                  <a:srgbClr val="2C2C2C"/>
                </a:solidFill>
                <a:latin typeface="Poppins Regular" pitchFamily="34" charset="0"/>
                <a:ea typeface="Poppins Regular" pitchFamily="34" charset="-122"/>
                <a:cs typeface="Poppins Regular" pitchFamily="34" charset="-120"/>
              </a:defRPr>
            </a:lvl3pPr>
            <a:lvl4pPr>
              <a:defRPr lang="en-US" sz="1125" kern="1200" smtClean="0">
                <a:solidFill>
                  <a:srgbClr val="2C2C2C"/>
                </a:solidFill>
                <a:latin typeface="Poppins Regular" pitchFamily="34" charset="0"/>
                <a:ea typeface="Poppins Regular" pitchFamily="34" charset="-122"/>
                <a:cs typeface="Poppins Regular" pitchFamily="34" charset="-120"/>
              </a:defRPr>
            </a:lvl4pPr>
            <a:lvl5pPr>
              <a:defRPr lang="en-US" sz="1125" kern="1200">
                <a:solidFill>
                  <a:srgbClr val="2C2C2C"/>
                </a:solidFill>
                <a:latin typeface="Poppins Regular" pitchFamily="34" charset="0"/>
                <a:ea typeface="Poppins Regular" pitchFamily="34" charset="-122"/>
                <a:cs typeface="Poppins Regular" pitchFamily="34" charset="-120"/>
              </a:defRPr>
            </a:lvl5pPr>
          </a:lstStyle>
          <a:p>
            <a:pPr lvl="0"/>
            <a:r>
              <a:rPr lang="en-US"/>
              <a:t>Click to edit Master text styles</a:t>
            </a:r>
          </a:p>
          <a:p>
            <a:pPr marL="214313" marR="0" lvl="0" indent="-214313" algn="l" defTabSz="685800" rtl="0" eaLnBrk="1" fontAlgn="auto" latinLnBrk="0" hangingPunct="1">
              <a:lnSpc>
                <a:spcPts val="1575"/>
              </a:lnSpc>
              <a:spcBef>
                <a:spcPct val="0"/>
              </a:spcBef>
              <a:spcAft>
                <a:spcPts val="1125"/>
              </a:spcAft>
              <a:buClrTx/>
              <a:buSzPct val="80000"/>
              <a:buFontTx/>
              <a:buBlip>
                <a:blip r:embed="rId18">
                  <a:extLst>
                    <a:ext uri="{96DAC541-7B7A-43D3-8B79-37D633B846F1}">
                      <asvg:svgBlip xmlns:asvg="http://schemas.microsoft.com/office/drawing/2016/SVG/main" r:embed="rId19"/>
                    </a:ext>
                  </a:extLst>
                </a:blip>
              </a:buBlip>
              <a:defRPr/>
            </a:pPr>
            <a:r>
              <a:rPr lang="en-US"/>
              <a:t>Click to edit Master text styles</a:t>
            </a:r>
          </a:p>
          <a:p>
            <a:pPr marL="214313" marR="0" lvl="0" indent="-214313" algn="l" defTabSz="685800" rtl="0" eaLnBrk="1" fontAlgn="auto" latinLnBrk="0" hangingPunct="1">
              <a:lnSpc>
                <a:spcPts val="1575"/>
              </a:lnSpc>
              <a:spcBef>
                <a:spcPct val="0"/>
              </a:spcBef>
              <a:spcAft>
                <a:spcPts val="1125"/>
              </a:spcAft>
              <a:buClrTx/>
              <a:buSzPct val="80000"/>
              <a:buFontTx/>
              <a:buBlip>
                <a:blip r:embed="rId18">
                  <a:extLst>
                    <a:ext uri="{96DAC541-7B7A-43D3-8B79-37D633B846F1}">
                      <asvg:svgBlip xmlns:asvg="http://schemas.microsoft.com/office/drawing/2016/SVG/main" r:embed="rId19"/>
                    </a:ext>
                  </a:extLst>
                </a:blip>
              </a:buBlip>
              <a:defRPr/>
            </a:pPr>
            <a:r>
              <a:rPr lang="en-US"/>
              <a:t>Click to edit Master text styles</a:t>
            </a:r>
          </a:p>
          <a:p>
            <a:pPr marL="214313" marR="0" lvl="0" indent="-214313" algn="l" defTabSz="685800" rtl="0" eaLnBrk="1" fontAlgn="auto" latinLnBrk="0" hangingPunct="1">
              <a:lnSpc>
                <a:spcPts val="1575"/>
              </a:lnSpc>
              <a:spcBef>
                <a:spcPct val="0"/>
              </a:spcBef>
              <a:spcAft>
                <a:spcPts val="1125"/>
              </a:spcAft>
              <a:buClrTx/>
              <a:buSzPct val="80000"/>
              <a:buFontTx/>
              <a:buBlip>
                <a:blip r:embed="rId18">
                  <a:extLst>
                    <a:ext uri="{96DAC541-7B7A-43D3-8B79-37D633B846F1}">
                      <asvg:svgBlip xmlns:asvg="http://schemas.microsoft.com/office/drawing/2016/SVG/main" r:embed="rId19"/>
                    </a:ext>
                  </a:extLst>
                </a:blip>
              </a:buBlip>
              <a:defRPr/>
            </a:pPr>
            <a:r>
              <a:rPr lang="en-US"/>
              <a:t>Click to edit Master text styles</a:t>
            </a:r>
          </a:p>
          <a:p>
            <a:pPr marL="214313" marR="0" lvl="0" indent="-214313" algn="l" defTabSz="685800" rtl="0" eaLnBrk="1" fontAlgn="auto" latinLnBrk="0" hangingPunct="1">
              <a:lnSpc>
                <a:spcPts val="1575"/>
              </a:lnSpc>
              <a:spcBef>
                <a:spcPct val="0"/>
              </a:spcBef>
              <a:spcAft>
                <a:spcPts val="1125"/>
              </a:spcAft>
              <a:buClrTx/>
              <a:buSzPct val="80000"/>
              <a:buFontTx/>
              <a:buBlip>
                <a:blip r:embed="rId18">
                  <a:extLst>
                    <a:ext uri="{96DAC541-7B7A-43D3-8B79-37D633B846F1}">
                      <asvg:svgBlip xmlns:asvg="http://schemas.microsoft.com/office/drawing/2016/SVG/main" r:embed="rId19"/>
                    </a:ext>
                  </a:extLst>
                </a:blip>
              </a:buBlip>
              <a:defRPr/>
            </a:pPr>
            <a:r>
              <a:rPr lang="en-US"/>
              <a:t>Click to edit Master text styles</a:t>
            </a:r>
          </a:p>
        </p:txBody>
      </p:sp>
      <p:sp>
        <p:nvSpPr>
          <p:cNvPr id="64" name="Text Placeholder 62">
            <a:extLst>
              <a:ext uri="{FF2B5EF4-FFF2-40B4-BE49-F238E27FC236}">
                <a16:creationId xmlns:a16="http://schemas.microsoft.com/office/drawing/2014/main" id="{8D83B776-2C1E-4251-BBB8-2F61C299461A}"/>
              </a:ext>
            </a:extLst>
          </p:cNvPr>
          <p:cNvSpPr>
            <a:spLocks noGrp="1"/>
          </p:cNvSpPr>
          <p:nvPr>
            <p:ph type="body" sz="quarter" idx="19" hasCustomPrompt="1"/>
          </p:nvPr>
        </p:nvSpPr>
        <p:spPr>
          <a:xfrm>
            <a:off x="898922" y="2682080"/>
            <a:ext cx="3780235" cy="384971"/>
          </a:xfrm>
          <a:prstGeom prst="rect">
            <a:avLst/>
          </a:prstGeom>
        </p:spPr>
        <p:txBody>
          <a:bodyPr/>
          <a:lstStyle>
            <a:lvl1pPr marL="0" indent="0">
              <a:buNone/>
              <a:defRPr lang="en-US" sz="1519" b="1" kern="1200">
                <a:solidFill>
                  <a:srgbClr val="FFFFFF"/>
                </a:solidFill>
                <a:latin typeface="Century Gothic" panose="020b0502020202020204" pitchFamily="34" charset="0"/>
                <a:ea typeface="Century Gothic" panose="020b0502020202020204" pitchFamily="34" charset="0"/>
                <a:cs typeface="Poppins SemiBold" pitchFamily="34" charset="-120"/>
              </a:defRPr>
            </a:lvl1pPr>
          </a:lstStyle>
          <a:p>
            <a:pPr lvl="0"/>
            <a:r>
              <a:rPr lang="en-US"/>
              <a:t>CLICK TO EDIT MASTER TEXT STYLES</a:t>
            </a:r>
          </a:p>
        </p:txBody>
      </p:sp>
      <p:sp>
        <p:nvSpPr>
          <p:cNvPr id="66" name="Text Placeholder 62">
            <a:extLst>
              <a:ext uri="{FF2B5EF4-FFF2-40B4-BE49-F238E27FC236}">
                <a16:creationId xmlns:a16="http://schemas.microsoft.com/office/drawing/2014/main" id="{6509577B-769B-42A9-A9BE-1D2E21E5B4C8}"/>
              </a:ext>
            </a:extLst>
          </p:cNvPr>
          <p:cNvSpPr>
            <a:spLocks noGrp="1"/>
          </p:cNvSpPr>
          <p:nvPr>
            <p:ph type="body" sz="quarter" idx="20" hasCustomPrompt="1"/>
          </p:nvPr>
        </p:nvSpPr>
        <p:spPr>
          <a:xfrm>
            <a:off x="5070872" y="2682080"/>
            <a:ext cx="3780235" cy="384971"/>
          </a:xfrm>
          <a:prstGeom prst="rect">
            <a:avLst/>
          </a:prstGeom>
        </p:spPr>
        <p:txBody>
          <a:bodyPr/>
          <a:lstStyle>
            <a:lvl1pPr marL="0" indent="0">
              <a:buNone/>
              <a:defRPr lang="en-US" sz="1519" b="1" kern="1200">
                <a:solidFill>
                  <a:srgbClr val="FFFFFF"/>
                </a:solidFill>
                <a:latin typeface="Century Gothic" panose="020b0502020202020204" pitchFamily="34" charset="0"/>
                <a:ea typeface="Century Gothic" panose="020b0502020202020204" pitchFamily="34" charset="0"/>
                <a:cs typeface="Poppins SemiBold" pitchFamily="34" charset="-120"/>
              </a:defRPr>
            </a:lvl1pPr>
          </a:lstStyle>
          <a:p>
            <a:pPr lvl="0"/>
            <a:r>
              <a:rPr lang="en-US"/>
              <a:t>CLICK TO EDIT MASTER TEXT STYLES</a:t>
            </a:r>
          </a:p>
        </p:txBody>
      </p:sp>
      <p:sp>
        <p:nvSpPr>
          <p:cNvPr id="68" name="Text Placeholder 62">
            <a:extLst>
              <a:ext uri="{FF2B5EF4-FFF2-40B4-BE49-F238E27FC236}">
                <a16:creationId xmlns:a16="http://schemas.microsoft.com/office/drawing/2014/main" id="{3CE6A905-8F9A-4EF0-AD26-FFDA76AA3E82}"/>
              </a:ext>
            </a:extLst>
          </p:cNvPr>
          <p:cNvSpPr>
            <a:spLocks noGrp="1"/>
          </p:cNvSpPr>
          <p:nvPr>
            <p:ph type="body" sz="quarter" idx="21" hasCustomPrompt="1"/>
          </p:nvPr>
        </p:nvSpPr>
        <p:spPr>
          <a:xfrm>
            <a:off x="9221391" y="2682080"/>
            <a:ext cx="3780235" cy="384971"/>
          </a:xfrm>
          <a:prstGeom prst="rect">
            <a:avLst/>
          </a:prstGeom>
        </p:spPr>
        <p:txBody>
          <a:bodyPr/>
          <a:lstStyle>
            <a:lvl1pPr marL="0" indent="0">
              <a:buNone/>
              <a:defRPr lang="en-US" sz="1519" b="1" kern="1200">
                <a:solidFill>
                  <a:srgbClr val="FFFFFF"/>
                </a:solidFill>
                <a:latin typeface="Century Gothic" panose="020b0502020202020204" pitchFamily="34" charset="0"/>
                <a:ea typeface="Century Gothic" panose="020b0502020202020204" pitchFamily="34" charset="0"/>
                <a:cs typeface="Poppins SemiBold" pitchFamily="34" charset="-120"/>
              </a:defRPr>
            </a:lvl1pPr>
          </a:lstStyle>
          <a:p>
            <a:pPr lvl="0"/>
            <a:r>
              <a:rPr lang="en-US"/>
              <a:t>CLICK TO EDIT MASTER TEXT STYLES</a:t>
            </a:r>
          </a:p>
        </p:txBody>
      </p:sp>
      <p:sp>
        <p:nvSpPr>
          <p:cNvPr id="71" name="Text Placeholder 62">
            <a:extLst>
              <a:ext uri="{FF2B5EF4-FFF2-40B4-BE49-F238E27FC236}">
                <a16:creationId xmlns:a16="http://schemas.microsoft.com/office/drawing/2014/main" id="{B15C9C86-D6AC-455E-97A5-4EE73133F8D0}"/>
              </a:ext>
            </a:extLst>
          </p:cNvPr>
          <p:cNvSpPr>
            <a:spLocks noGrp="1"/>
          </p:cNvSpPr>
          <p:nvPr>
            <p:ph type="body" sz="quarter" idx="22" hasCustomPrompt="1"/>
          </p:nvPr>
        </p:nvSpPr>
        <p:spPr>
          <a:xfrm>
            <a:off x="3333319" y="6644480"/>
            <a:ext cx="3780235" cy="384971"/>
          </a:xfrm>
          <a:prstGeom prst="rect">
            <a:avLst/>
          </a:prstGeom>
        </p:spPr>
        <p:txBody>
          <a:bodyPr/>
          <a:lstStyle>
            <a:lvl1pPr marL="0" indent="0">
              <a:buNone/>
              <a:defRPr lang="en-US" sz="1519" b="1" kern="1200">
                <a:solidFill>
                  <a:srgbClr val="FFFFFF"/>
                </a:solidFill>
                <a:latin typeface="Century Gothic" panose="020b0502020202020204" pitchFamily="34" charset="0"/>
                <a:ea typeface="Century Gothic" panose="020b0502020202020204" pitchFamily="34" charset="0"/>
                <a:cs typeface="Poppins SemiBold" pitchFamily="34" charset="-120"/>
              </a:defRPr>
            </a:lvl1pPr>
          </a:lstStyle>
          <a:p>
            <a:pPr lvl="0"/>
            <a:r>
              <a:rPr lang="en-US"/>
              <a:t>CLICK TO EDIT MASTER TEXT STYLES</a:t>
            </a:r>
          </a:p>
        </p:txBody>
      </p:sp>
      <p:sp>
        <p:nvSpPr>
          <p:cNvPr id="72" name="Text Placeholder 62">
            <a:extLst>
              <a:ext uri="{FF2B5EF4-FFF2-40B4-BE49-F238E27FC236}">
                <a16:creationId xmlns:a16="http://schemas.microsoft.com/office/drawing/2014/main" id="{DECC606E-E342-4AB1-B233-217F6CB998B3}"/>
              </a:ext>
            </a:extLst>
          </p:cNvPr>
          <p:cNvSpPr>
            <a:spLocks noGrp="1"/>
          </p:cNvSpPr>
          <p:nvPr>
            <p:ph type="body" sz="quarter" idx="23" hasCustomPrompt="1"/>
          </p:nvPr>
        </p:nvSpPr>
        <p:spPr>
          <a:xfrm>
            <a:off x="7505269" y="6644480"/>
            <a:ext cx="3780235" cy="384971"/>
          </a:xfrm>
          <a:prstGeom prst="rect">
            <a:avLst/>
          </a:prstGeom>
        </p:spPr>
        <p:txBody>
          <a:bodyPr/>
          <a:lstStyle>
            <a:lvl1pPr marL="0" indent="0">
              <a:buNone/>
              <a:defRPr lang="en-US" sz="1519" b="1" kern="1200">
                <a:solidFill>
                  <a:srgbClr val="FFFFFF"/>
                </a:solidFill>
                <a:latin typeface="Century Gothic" panose="020b0502020202020204" pitchFamily="34" charset="0"/>
                <a:ea typeface="Century Gothic" panose="020b0502020202020204" pitchFamily="34" charset="0"/>
                <a:cs typeface="Poppins SemiBold" pitchFamily="34" charset="-120"/>
              </a:defRPr>
            </a:lvl1pPr>
          </a:lstStyle>
          <a:p>
            <a:pPr lvl="0"/>
            <a:r>
              <a:rPr lang="en-US"/>
              <a:t>CLICK TO EDIT MASTER TEXT STYLES</a:t>
            </a:r>
          </a:p>
        </p:txBody>
      </p:sp>
      <p:sp>
        <p:nvSpPr>
          <p:cNvPr id="73" name="Footer Placeholder" title=""/>
          <p:cNvSpPr txBox="1">
            <a:spLocks noGrp="1"/>
          </p:cNvSpPr>
          <p:nvPr>
            <p:ph type="ftr" sz="quarter" idx="3"/>
          </p:nvPr>
        </p:nvSpPr>
        <p:spPr/>
        <p:txBody>
          <a:bodyPr vert="horz" lIns="91440" tIns="45720" rIns="91440" bIns="45720" rtlCol="0" anchor="ctr"/>
          <a:lstStyle>
            <a:lvl1pPr algn="ctr">
              <a:defRPr sz="1200">
                <a:solidFill>
                  <a:schemeClr val="tx1">
                    <a:tint val="75000"/>
                  </a:schemeClr>
                </a:solidFill>
              </a:defRPr>
            </a:lvl1pPr>
          </a:lstStyle>
          <a:p>
            <a:r>
              <a:rPr lang="en-US"/>
              <a:t>Confidential - Customer Success Analysis</a:t>
            </a:r>
          </a:p>
        </p:txBody>
      </p:sp>
    </p:spTree>
    <p:extLst>
      <p:ext uri="{BB962C8B-B14F-4D97-AF65-F5344CB8AC3E}">
        <p14:creationId val="3313915620"/>
      </p:ext>
    </p:extLst>
  </p:cSld>
  <p:clrMapOvr>
    <a:masterClrMapping/>
  </p:clrMapOvr>
  <p:transition/>
  <p:timing/>
</p:sldLayout>
</file>

<file path=ppt/slideLayouts/slideLayout20.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reserve="1" userDrawn="1">
  <p:cSld name="8_Custom Layout">
    <p:spTree>
      <p:nvGrpSpPr>
        <p:cNvPr id="1" name=""/>
        <p:cNvGrpSpPr/>
        <p:nvPr/>
      </p:nvGrpSpPr>
      <p:grpSpPr>
        <a:xfrm>
          <a:off x="0" y="0"/>
          <a:ext cx="0" cy="0"/>
        </a:xfrm>
      </p:grpSpPr>
      <p:graphicFrame>
        <p:nvGraphicFramePr>
          <p:cNvPr id="6" name="think-cell data - do not delete" hidden="1">
            <a:extLst>
              <a:ext uri="{FF2B5EF4-FFF2-40B4-BE49-F238E27FC236}">
                <a16:creationId xmlns:a16="http://schemas.microsoft.com/office/drawing/2014/main" id="{09E774FE-4898-3C47-AC2C-9A45E60697DB}"/>
              </a:ext>
            </a:extLst>
          </p:cNvPr>
          <p:cNvGraphicFramePr>
            <a:graphicFrameLocks noChangeAspect="1"/>
          </p:cNvGraphicFramePr>
          <p:nvPr userDrawn="1">
            <p:custDataLst>
              <p:tags r:id="rId1"/>
            </p:custDataLst>
            <p:extLst>
              <p:ext uri="{D42A27DB-BD31-4B8C-83A1-F6EECF244321}">
                <p14:modId val="319298360"/>
              </p:ext>
            </p:extLst>
          </p:nvPr>
        </p:nvGraphicFramePr>
        <p:xfrm>
          <a:off x="1191" y="1588"/>
          <a:ext cx="1191" cy="1588"/>
        </p:xfrm>
        <a:graphic>
          <a:graphicData uri="http://schemas.openxmlformats.org/presentationml/2006/ole">
            <mc:AlternateContent>
              <mc:Choice xmlns:v="urn:schemas-microsoft-com:vml" Requires="v">
                <p:oleObj spid="_x0000_s1046" name="think-cell Slide" r:id="rId2" imgW="484" imgH="486" progId="TCLayout.ActiveDocument.1">
                  <p:embed/>
                </p:oleObj>
              </mc:Choice>
              <mc:Fallback>
                <p:oleObj name="think-cell Slide" r:id="rId2" imgW="484" imgH="486" progId="TCLayout.ActiveDocument.1">
                  <p:embed/>
                  <p:pic>
                    <p:nvPicPr>
                      <p:cNvPr id="0" name="OLE substitute image"/>
                      <p:cNvPicPr/>
                      <p:nvPr/>
                    </p:nvPicPr>
                    <p:blipFill>
                      <a:blip r:embed="rId3"/>
                      <a:stretch>
                        <a:fillRect/>
                      </a:stretch>
                    </p:blipFill>
                    <p:spPr>
                      <a:xfrm>
                        <a:off x="1191" y="1588"/>
                        <a:ext cx="1191" cy="1588"/>
                      </a:xfrm>
                      <a:prstGeom prst="rect">
                        <a:avLst/>
                      </a:prstGeom>
                    </p:spPr>
                  </p:pic>
                </p:oleObj>
              </mc:Fallback>
            </mc:AlternateContent>
          </a:graphicData>
        </a:graphic>
      </p:graphicFrame>
      <p:pic>
        <p:nvPicPr>
          <p:cNvPr id="3" name="Picture 2">
            <a:extLst>
              <a:ext uri="{FF2B5EF4-FFF2-40B4-BE49-F238E27FC236}">
                <a16:creationId xmlns:a16="http://schemas.microsoft.com/office/drawing/2014/main" id="{7E21CB59-27BF-42E2-9F67-D18802E55DE1}"/>
              </a:ext>
            </a:extLst>
          </p:cNvPr>
          <p:cNvPicPr>
            <a:picLocks noChangeAspect="1"/>
          </p:cNvPicPr>
          <p:nvPr userDrawn="1"/>
        </p:nvPicPr>
        <p:blipFill>
          <a:blip r:embed="rId4"/>
          <a:stretch>
            <a:fillRect/>
          </a:stretch>
        </p:blipFill>
        <p:spPr>
          <a:xfrm>
            <a:off x="0" y="0"/>
            <a:ext cx="13716000" cy="10287000"/>
          </a:xfrm>
          <a:prstGeom prst="rect">
            <a:avLst/>
          </a:prstGeom>
        </p:spPr>
      </p:pic>
      <p:pic>
        <p:nvPicPr>
          <p:cNvPr id="53" name="Image 3" descr="preencoded.png">
            <a:extLst>
              <a:ext uri="{FF2B5EF4-FFF2-40B4-BE49-F238E27FC236}">
                <a16:creationId xmlns:a16="http://schemas.microsoft.com/office/drawing/2014/main" id="{344D8827-E600-4E52-A332-412F0FD9C7F1}"/>
              </a:ext>
            </a:extLst>
          </p:cNvPr>
          <p:cNvPicPr>
            <a:picLocks noChangeAspect="1"/>
          </p:cNvPicPr>
          <p:nvPr userDrawn="1"/>
        </p:nvPicPr>
        <p:blipFill>
          <a:blip r:embed="rId5"/>
          <a:stretch>
            <a:fillRect/>
          </a:stretch>
        </p:blipFill>
        <p:spPr>
          <a:xfrm>
            <a:off x="457200" y="1314450"/>
            <a:ext cx="5372100" cy="8972550"/>
          </a:xfrm>
          <a:prstGeom prst="rect">
            <a:avLst/>
          </a:prstGeom>
        </p:spPr>
      </p:pic>
      <p:pic>
        <p:nvPicPr>
          <p:cNvPr id="4" name="Image 0" descr="preencoded.png">
            <a:extLst>
              <a:ext uri="{FF2B5EF4-FFF2-40B4-BE49-F238E27FC236}">
                <a16:creationId xmlns:a16="http://schemas.microsoft.com/office/drawing/2014/main" id="{9EE68FEA-7D69-48BC-B405-12CAD0663530}"/>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0" y="9701938"/>
            <a:ext cx="13716000" cy="585063"/>
          </a:xfrm>
          <a:prstGeom prst="rect">
            <a:avLst/>
          </a:prstGeom>
        </p:spPr>
      </p:pic>
      <p:pic>
        <p:nvPicPr>
          <p:cNvPr id="15" name="Image 4" descr="preencoded.png">
            <a:extLst>
              <a:ext uri="{FF2B5EF4-FFF2-40B4-BE49-F238E27FC236}">
                <a16:creationId xmlns:a16="http://schemas.microsoft.com/office/drawing/2014/main" id="{788C2007-D360-4FFF-9B7E-8E6DDD5166D0}"/>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12982716" y="9701938"/>
            <a:ext cx="733284" cy="585062"/>
          </a:xfrm>
          <a:prstGeom prst="rect">
            <a:avLst/>
          </a:prstGeom>
        </p:spPr>
      </p:pic>
      <p:sp>
        <p:nvSpPr>
          <p:cNvPr id="17" name="Slide Number Placeholder 5">
            <a:extLst>
              <a:ext uri="{FF2B5EF4-FFF2-40B4-BE49-F238E27FC236}">
                <a16:creationId xmlns:a16="http://schemas.microsoft.com/office/drawing/2014/main" id="{9E0DE121-3CF7-4C8C-B9FE-FD9AB53486C0}"/>
              </a:ext>
            </a:extLst>
          </p:cNvPr>
          <p:cNvSpPr>
            <a:spLocks noGrp="1"/>
          </p:cNvSpPr>
          <p:nvPr>
            <p:ph type="sldNum" sz="quarter" idx="13"/>
          </p:nvPr>
        </p:nvSpPr>
        <p:spPr>
          <a:xfrm>
            <a:off x="12982716" y="9806575"/>
            <a:ext cx="733284" cy="378105"/>
          </a:xfrm>
          <a:prstGeom prst="rect">
            <a:avLst/>
          </a:prstGeom>
        </p:spPr>
        <p:txBody>
          <a:bodyPr/>
          <a:lstStyle>
            <a:lvl1pPr marL="0" algn="ctr" defTabSz="914400" rtl="0" eaLnBrk="1" latinLnBrk="0" hangingPunct="1">
              <a:defRPr lang="en-US" sz="1350" kern="1200">
                <a:solidFill>
                  <a:srgbClr val="FFFFFF"/>
                </a:solidFill>
                <a:latin typeface="Century Gothic" panose="020b0502020202020204" pitchFamily="34" charset="0"/>
                <a:ea typeface="Century Gothic" panose="020b0502020202020204" pitchFamily="34" charset="0"/>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3D6C64-01FF-444E-AD84-E895EC95156E}" type="slidenum">
              <a:rPr lang="en-US" smtClean="0"/>
              <a:t>‹#›</a:t>
            </a:fld>
            <a:endParaRPr lang="en-US"/>
          </a:p>
        </p:txBody>
      </p:sp>
      <p:pic>
        <p:nvPicPr>
          <p:cNvPr id="9" name="Image 5" descr="preencoded.png">
            <a:extLst>
              <a:ext uri="{FF2B5EF4-FFF2-40B4-BE49-F238E27FC236}">
                <a16:creationId xmlns:a16="http://schemas.microsoft.com/office/drawing/2014/main" id="{68981200-F5BF-4E96-BCEE-C3B7D01ED7D1}"/>
              </a:ext>
            </a:extLst>
          </p:cNvPr>
          <p:cNvPicPr>
            <a:picLocks noChangeAspect="1"/>
          </p:cNvPicPr>
          <p:nvPr userDrawn="1"/>
        </p:nvPicPr>
        <p:blipFill>
          <a:blip r:embed="rId10">
            <a:extLst>
              <a:ext uri="{96DAC541-7B7A-43D3-8B79-37D633B846F1}">
                <asvg:svgBlip xmlns:asvg="http://schemas.microsoft.com/office/drawing/2016/SVG/main" r:embed="rId11"/>
              </a:ext>
            </a:extLst>
          </a:blip>
          <a:stretch>
            <a:fillRect/>
          </a:stretch>
        </p:blipFill>
        <p:spPr>
          <a:xfrm>
            <a:off x="3421857" y="1600201"/>
            <a:ext cx="9579769" cy="1819275"/>
          </a:xfrm>
          <a:prstGeom prst="rect">
            <a:avLst/>
          </a:prstGeom>
        </p:spPr>
      </p:pic>
      <p:pic>
        <p:nvPicPr>
          <p:cNvPr id="10" name="Image 6" descr="preencoded.png">
            <a:extLst>
              <a:ext uri="{FF2B5EF4-FFF2-40B4-BE49-F238E27FC236}">
                <a16:creationId xmlns:a16="http://schemas.microsoft.com/office/drawing/2014/main" id="{F4426C5A-9B40-4550-9A88-CA0025162B68}"/>
              </a:ext>
            </a:extLst>
          </p:cNvPr>
          <p:cNvPicPr>
            <a:picLocks noChangeAspect="1"/>
          </p:cNvPicPr>
          <p:nvPr userDrawn="1"/>
        </p:nvPicPr>
        <p:blipFill>
          <a:blip r:embed="rId10">
            <a:extLst>
              <a:ext uri="{96DAC541-7B7A-43D3-8B79-37D633B846F1}">
                <asvg:svgBlip xmlns:asvg="http://schemas.microsoft.com/office/drawing/2016/SVG/main" r:embed="rId11"/>
              </a:ext>
            </a:extLst>
          </a:blip>
          <a:stretch>
            <a:fillRect/>
          </a:stretch>
        </p:blipFill>
        <p:spPr>
          <a:xfrm>
            <a:off x="3421857" y="3562351"/>
            <a:ext cx="9579769" cy="1819275"/>
          </a:xfrm>
          <a:prstGeom prst="rect">
            <a:avLst/>
          </a:prstGeom>
        </p:spPr>
      </p:pic>
      <p:pic>
        <p:nvPicPr>
          <p:cNvPr id="11" name="Image 7" descr="preencoded.png">
            <a:extLst>
              <a:ext uri="{FF2B5EF4-FFF2-40B4-BE49-F238E27FC236}">
                <a16:creationId xmlns:a16="http://schemas.microsoft.com/office/drawing/2014/main" id="{C7E47201-191B-4747-957A-049ABB287923}"/>
              </a:ext>
            </a:extLst>
          </p:cNvPr>
          <p:cNvPicPr>
            <a:picLocks noChangeAspect="1"/>
          </p:cNvPicPr>
          <p:nvPr userDrawn="1"/>
        </p:nvPicPr>
        <p:blipFill>
          <a:blip r:embed="rId10">
            <a:extLst>
              <a:ext uri="{96DAC541-7B7A-43D3-8B79-37D633B846F1}">
                <asvg:svgBlip xmlns:asvg="http://schemas.microsoft.com/office/drawing/2016/SVG/main" r:embed="rId11"/>
              </a:ext>
            </a:extLst>
          </a:blip>
          <a:stretch>
            <a:fillRect/>
          </a:stretch>
        </p:blipFill>
        <p:spPr>
          <a:xfrm>
            <a:off x="3421857" y="5524501"/>
            <a:ext cx="9579769" cy="1819275"/>
          </a:xfrm>
          <a:prstGeom prst="rect">
            <a:avLst/>
          </a:prstGeom>
        </p:spPr>
      </p:pic>
      <p:pic>
        <p:nvPicPr>
          <p:cNvPr id="12" name="Image 8" descr="preencoded.png">
            <a:extLst>
              <a:ext uri="{FF2B5EF4-FFF2-40B4-BE49-F238E27FC236}">
                <a16:creationId xmlns:a16="http://schemas.microsoft.com/office/drawing/2014/main" id="{194D25A1-18EB-4103-92AA-34AD4A47CC6D}"/>
              </a:ext>
            </a:extLst>
          </p:cNvPr>
          <p:cNvPicPr>
            <a:picLocks noChangeAspect="1"/>
          </p:cNvPicPr>
          <p:nvPr userDrawn="1"/>
        </p:nvPicPr>
        <p:blipFill>
          <a:blip r:embed="rId10">
            <a:extLst>
              <a:ext uri="{96DAC541-7B7A-43D3-8B79-37D633B846F1}">
                <asvg:svgBlip xmlns:asvg="http://schemas.microsoft.com/office/drawing/2016/SVG/main" r:embed="rId11"/>
              </a:ext>
            </a:extLst>
          </a:blip>
          <a:stretch>
            <a:fillRect/>
          </a:stretch>
        </p:blipFill>
        <p:spPr>
          <a:xfrm>
            <a:off x="3421857" y="7486651"/>
            <a:ext cx="9579769" cy="1819275"/>
          </a:xfrm>
          <a:prstGeom prst="rect">
            <a:avLst/>
          </a:prstGeom>
        </p:spPr>
      </p:pic>
      <p:pic>
        <p:nvPicPr>
          <p:cNvPr id="13" name="Image 9" descr="preencoded.png">
            <a:extLst>
              <a:ext uri="{FF2B5EF4-FFF2-40B4-BE49-F238E27FC236}">
                <a16:creationId xmlns:a16="http://schemas.microsoft.com/office/drawing/2014/main" id="{3ECC320F-71E7-4C61-8636-BC7D75ADAE91}"/>
              </a:ext>
            </a:extLst>
          </p:cNvPr>
          <p:cNvPicPr>
            <a:picLocks noChangeAspect="1"/>
          </p:cNvPicPr>
          <p:nvPr userDrawn="1"/>
        </p:nvPicPr>
        <p:blipFill>
          <a:blip r:embed="rId12">
            <a:extLst>
              <a:ext uri="{96DAC541-7B7A-43D3-8B79-37D633B846F1}">
                <asvg:svgBlip xmlns:asvg="http://schemas.microsoft.com/office/drawing/2016/SVG/main" r:embed="rId13"/>
              </a:ext>
            </a:extLst>
          </a:blip>
          <a:stretch>
            <a:fillRect/>
          </a:stretch>
        </p:blipFill>
        <p:spPr>
          <a:xfrm>
            <a:off x="3421856" y="1600201"/>
            <a:ext cx="1628775" cy="1819275"/>
          </a:xfrm>
          <a:prstGeom prst="rect">
            <a:avLst/>
          </a:prstGeom>
        </p:spPr>
      </p:pic>
      <p:pic>
        <p:nvPicPr>
          <p:cNvPr id="14" name="Image 10" descr="preencoded.png">
            <a:extLst>
              <a:ext uri="{FF2B5EF4-FFF2-40B4-BE49-F238E27FC236}">
                <a16:creationId xmlns:a16="http://schemas.microsoft.com/office/drawing/2014/main" id="{600E9592-5A18-451C-A736-5C2F188B78C6}"/>
              </a:ext>
            </a:extLst>
          </p:cNvPr>
          <p:cNvPicPr>
            <a:picLocks noChangeAspect="1"/>
          </p:cNvPicPr>
          <p:nvPr userDrawn="1"/>
        </p:nvPicPr>
        <p:blipFill>
          <a:blip r:embed="rId12">
            <a:extLst>
              <a:ext uri="{96DAC541-7B7A-43D3-8B79-37D633B846F1}">
                <asvg:svgBlip xmlns:asvg="http://schemas.microsoft.com/office/drawing/2016/SVG/main" r:embed="rId13"/>
              </a:ext>
            </a:extLst>
          </a:blip>
          <a:stretch>
            <a:fillRect/>
          </a:stretch>
        </p:blipFill>
        <p:spPr>
          <a:xfrm>
            <a:off x="3421856" y="3562351"/>
            <a:ext cx="1628775" cy="1819275"/>
          </a:xfrm>
          <a:prstGeom prst="rect">
            <a:avLst/>
          </a:prstGeom>
        </p:spPr>
      </p:pic>
      <p:pic>
        <p:nvPicPr>
          <p:cNvPr id="16" name="Image 11" descr="preencoded.png">
            <a:extLst>
              <a:ext uri="{FF2B5EF4-FFF2-40B4-BE49-F238E27FC236}">
                <a16:creationId xmlns:a16="http://schemas.microsoft.com/office/drawing/2014/main" id="{9100E44F-C6BD-4C4A-96F3-99BE6C2FC005}"/>
              </a:ext>
            </a:extLst>
          </p:cNvPr>
          <p:cNvPicPr>
            <a:picLocks noChangeAspect="1"/>
          </p:cNvPicPr>
          <p:nvPr userDrawn="1"/>
        </p:nvPicPr>
        <p:blipFill>
          <a:blip r:embed="rId12">
            <a:extLst>
              <a:ext uri="{96DAC541-7B7A-43D3-8B79-37D633B846F1}">
                <asvg:svgBlip xmlns:asvg="http://schemas.microsoft.com/office/drawing/2016/SVG/main" r:embed="rId13"/>
              </a:ext>
            </a:extLst>
          </a:blip>
          <a:stretch>
            <a:fillRect/>
          </a:stretch>
        </p:blipFill>
        <p:spPr>
          <a:xfrm>
            <a:off x="3421856" y="5524501"/>
            <a:ext cx="1628775" cy="1819275"/>
          </a:xfrm>
          <a:prstGeom prst="rect">
            <a:avLst/>
          </a:prstGeom>
        </p:spPr>
      </p:pic>
      <p:pic>
        <p:nvPicPr>
          <p:cNvPr id="18" name="Image 12" descr="preencoded.png">
            <a:extLst>
              <a:ext uri="{FF2B5EF4-FFF2-40B4-BE49-F238E27FC236}">
                <a16:creationId xmlns:a16="http://schemas.microsoft.com/office/drawing/2014/main" id="{3ED796DD-B472-43E9-8C1A-7CB0CC9F9DA6}"/>
              </a:ext>
            </a:extLst>
          </p:cNvPr>
          <p:cNvPicPr>
            <a:picLocks noChangeAspect="1"/>
          </p:cNvPicPr>
          <p:nvPr userDrawn="1"/>
        </p:nvPicPr>
        <p:blipFill>
          <a:blip r:embed="rId12">
            <a:extLst>
              <a:ext uri="{96DAC541-7B7A-43D3-8B79-37D633B846F1}">
                <asvg:svgBlip xmlns:asvg="http://schemas.microsoft.com/office/drawing/2016/SVG/main" r:embed="rId13"/>
              </a:ext>
            </a:extLst>
          </a:blip>
          <a:stretch>
            <a:fillRect/>
          </a:stretch>
        </p:blipFill>
        <p:spPr>
          <a:xfrm>
            <a:off x="3421856" y="7486651"/>
            <a:ext cx="1628775" cy="1819275"/>
          </a:xfrm>
          <a:prstGeom prst="rect">
            <a:avLst/>
          </a:prstGeom>
        </p:spPr>
      </p:pic>
      <p:pic>
        <p:nvPicPr>
          <p:cNvPr id="27" name="Image 20" descr="preencoded.png">
            <a:extLst>
              <a:ext uri="{FF2B5EF4-FFF2-40B4-BE49-F238E27FC236}">
                <a16:creationId xmlns:a16="http://schemas.microsoft.com/office/drawing/2014/main" id="{DAF11C75-8D94-4D79-8136-0273FC4D814B}"/>
              </a:ext>
            </a:extLst>
          </p:cNvPr>
          <p:cNvPicPr>
            <a:picLocks noChangeAspect="1"/>
          </p:cNvPicPr>
          <p:nvPr userDrawn="1"/>
        </p:nvPicPr>
        <p:blipFill>
          <a:blip r:embed="rId14">
            <a:extLst>
              <a:ext uri="{96DAC541-7B7A-43D3-8B79-37D633B846F1}">
                <asvg:svgBlip xmlns:asvg="http://schemas.microsoft.com/office/drawing/2016/SVG/main" r:embed="rId15"/>
              </a:ext>
            </a:extLst>
          </a:blip>
          <a:stretch>
            <a:fillRect/>
          </a:stretch>
        </p:blipFill>
        <p:spPr>
          <a:xfrm>
            <a:off x="3421856" y="1600201"/>
            <a:ext cx="57150" cy="1819275"/>
          </a:xfrm>
          <a:prstGeom prst="rect">
            <a:avLst/>
          </a:prstGeom>
        </p:spPr>
      </p:pic>
      <p:pic>
        <p:nvPicPr>
          <p:cNvPr id="28" name="Image 21" descr="preencoded.png">
            <a:extLst>
              <a:ext uri="{FF2B5EF4-FFF2-40B4-BE49-F238E27FC236}">
                <a16:creationId xmlns:a16="http://schemas.microsoft.com/office/drawing/2014/main" id="{2EE1767C-BAB5-4E87-81DF-33C07734552F}"/>
              </a:ext>
            </a:extLst>
          </p:cNvPr>
          <p:cNvPicPr>
            <a:picLocks noChangeAspect="1"/>
          </p:cNvPicPr>
          <p:nvPr userDrawn="1"/>
        </p:nvPicPr>
        <p:blipFill>
          <a:blip r:embed="rId14">
            <a:extLst>
              <a:ext uri="{96DAC541-7B7A-43D3-8B79-37D633B846F1}">
                <asvg:svgBlip xmlns:asvg="http://schemas.microsoft.com/office/drawing/2016/SVG/main" r:embed="rId15"/>
              </a:ext>
            </a:extLst>
          </a:blip>
          <a:stretch>
            <a:fillRect/>
          </a:stretch>
        </p:blipFill>
        <p:spPr>
          <a:xfrm>
            <a:off x="3421856" y="3562351"/>
            <a:ext cx="57150" cy="1819275"/>
          </a:xfrm>
          <a:prstGeom prst="rect">
            <a:avLst/>
          </a:prstGeom>
        </p:spPr>
      </p:pic>
      <p:pic>
        <p:nvPicPr>
          <p:cNvPr id="29" name="Image 22" descr="preencoded.png">
            <a:extLst>
              <a:ext uri="{FF2B5EF4-FFF2-40B4-BE49-F238E27FC236}">
                <a16:creationId xmlns:a16="http://schemas.microsoft.com/office/drawing/2014/main" id="{674A6E03-0496-4F1C-B5F2-077200BBB109}"/>
              </a:ext>
            </a:extLst>
          </p:cNvPr>
          <p:cNvPicPr>
            <a:picLocks noChangeAspect="1"/>
          </p:cNvPicPr>
          <p:nvPr userDrawn="1"/>
        </p:nvPicPr>
        <p:blipFill>
          <a:blip r:embed="rId14">
            <a:extLst>
              <a:ext uri="{96DAC541-7B7A-43D3-8B79-37D633B846F1}">
                <asvg:svgBlip xmlns:asvg="http://schemas.microsoft.com/office/drawing/2016/SVG/main" r:embed="rId15"/>
              </a:ext>
            </a:extLst>
          </a:blip>
          <a:stretch>
            <a:fillRect/>
          </a:stretch>
        </p:blipFill>
        <p:spPr>
          <a:xfrm>
            <a:off x="3421856" y="5524501"/>
            <a:ext cx="57150" cy="1819275"/>
          </a:xfrm>
          <a:prstGeom prst="rect">
            <a:avLst/>
          </a:prstGeom>
        </p:spPr>
      </p:pic>
      <p:pic>
        <p:nvPicPr>
          <p:cNvPr id="30" name="Image 23" descr="preencoded.png">
            <a:extLst>
              <a:ext uri="{FF2B5EF4-FFF2-40B4-BE49-F238E27FC236}">
                <a16:creationId xmlns:a16="http://schemas.microsoft.com/office/drawing/2014/main" id="{4F5D832D-0C10-4FEF-AB41-F210CF9FAEB6}"/>
              </a:ext>
            </a:extLst>
          </p:cNvPr>
          <p:cNvPicPr>
            <a:picLocks noChangeAspect="1"/>
          </p:cNvPicPr>
          <p:nvPr userDrawn="1"/>
        </p:nvPicPr>
        <p:blipFill>
          <a:blip r:embed="rId14">
            <a:extLst>
              <a:ext uri="{96DAC541-7B7A-43D3-8B79-37D633B846F1}">
                <asvg:svgBlip xmlns:asvg="http://schemas.microsoft.com/office/drawing/2016/SVG/main" r:embed="rId15"/>
              </a:ext>
            </a:extLst>
          </a:blip>
          <a:stretch>
            <a:fillRect/>
          </a:stretch>
        </p:blipFill>
        <p:spPr>
          <a:xfrm>
            <a:off x="3421856" y="7486651"/>
            <a:ext cx="57150" cy="1819275"/>
          </a:xfrm>
          <a:prstGeom prst="rect">
            <a:avLst/>
          </a:prstGeom>
        </p:spPr>
      </p:pic>
      <p:pic>
        <p:nvPicPr>
          <p:cNvPr id="54" name="Image 13" descr="preencoded.png">
            <a:extLst>
              <a:ext uri="{FF2B5EF4-FFF2-40B4-BE49-F238E27FC236}">
                <a16:creationId xmlns:a16="http://schemas.microsoft.com/office/drawing/2014/main" id="{981692AD-D24A-44E9-8E39-AD8850B12251}"/>
              </a:ext>
            </a:extLst>
          </p:cNvPr>
          <p:cNvPicPr>
            <a:picLocks noChangeAspect="1"/>
          </p:cNvPicPr>
          <p:nvPr userDrawn="1"/>
        </p:nvPicPr>
        <p:blipFill>
          <a:blip r:embed="rId16">
            <a:extLst>
              <a:ext uri="{96DAC541-7B7A-43D3-8B79-37D633B846F1}">
                <asvg:svgBlip xmlns:asvg="http://schemas.microsoft.com/office/drawing/2016/SVG/main" r:embed="rId17"/>
              </a:ext>
            </a:extLst>
          </a:blip>
          <a:stretch>
            <a:fillRect/>
          </a:stretch>
        </p:blipFill>
        <p:spPr>
          <a:xfrm>
            <a:off x="1007269" y="2390775"/>
            <a:ext cx="628650" cy="838200"/>
          </a:xfrm>
          <a:prstGeom prst="rect">
            <a:avLst/>
          </a:prstGeom>
        </p:spPr>
      </p:pic>
      <p:pic>
        <p:nvPicPr>
          <p:cNvPr id="55" name="Image 24" descr="preencoded.png">
            <a:extLst>
              <a:ext uri="{FF2B5EF4-FFF2-40B4-BE49-F238E27FC236}">
                <a16:creationId xmlns:a16="http://schemas.microsoft.com/office/drawing/2014/main" id="{D3A3FE1E-6DF3-4364-953A-E55DF2A1A917}"/>
              </a:ext>
            </a:extLst>
          </p:cNvPr>
          <p:cNvPicPr>
            <a:picLocks noChangeAspect="1"/>
          </p:cNvPicPr>
          <p:nvPr userDrawn="1"/>
        </p:nvPicPr>
        <p:blipFill>
          <a:blip r:embed="rId18">
            <a:extLst>
              <a:ext uri="{96DAC541-7B7A-43D3-8B79-37D633B846F1}">
                <asvg:svgBlip xmlns:asvg="http://schemas.microsoft.com/office/drawing/2016/SVG/main" r:embed="rId19"/>
              </a:ext>
            </a:extLst>
          </a:blip>
          <a:stretch>
            <a:fillRect/>
          </a:stretch>
        </p:blipFill>
        <p:spPr>
          <a:xfrm>
            <a:off x="1223170" y="2643857"/>
            <a:ext cx="196850" cy="334101"/>
          </a:xfrm>
          <a:prstGeom prst="rect">
            <a:avLst/>
          </a:prstGeom>
        </p:spPr>
      </p:pic>
      <p:sp>
        <p:nvSpPr>
          <p:cNvPr id="57" name="Text Placeholder 5">
            <a:extLst>
              <a:ext uri="{FF2B5EF4-FFF2-40B4-BE49-F238E27FC236}">
                <a16:creationId xmlns:a16="http://schemas.microsoft.com/office/drawing/2014/main" id="{412B62A0-835E-4155-A120-96CA3C2EAAE6}"/>
              </a:ext>
            </a:extLst>
          </p:cNvPr>
          <p:cNvSpPr>
            <a:spLocks noGrp="1"/>
          </p:cNvSpPr>
          <p:nvPr>
            <p:ph type="body" sz="quarter" idx="14"/>
          </p:nvPr>
        </p:nvSpPr>
        <p:spPr>
          <a:xfrm>
            <a:off x="916782" y="3524249"/>
            <a:ext cx="2233613" cy="4419600"/>
          </a:xfrm>
          <a:prstGeom prst="rect">
            <a:avLst/>
          </a:prstGeom>
        </p:spPr>
        <p:txBody>
          <a:bodyPr/>
          <a:lstStyle>
            <a:lvl1pPr marL="0" indent="0">
              <a:lnSpc>
                <a:spcPts val="1969"/>
              </a:lnSpc>
              <a:spcBef>
                <a:spcPct val="0"/>
              </a:spcBef>
              <a:buNone/>
              <a:defRPr lang="en-US" sz="1406" b="1" kern="1200" smtClean="0">
                <a:solidFill>
                  <a:srgbClr val="FFFFFF"/>
                </a:solidFill>
                <a:latin typeface="Century Gothic" panose="020b0502020202020204" pitchFamily="34" charset="0"/>
                <a:ea typeface="Century Gothic" panose="020b0502020202020204" pitchFamily="34" charset="0"/>
                <a:cs typeface="Poppins SemiBold" pitchFamily="34" charset="-120"/>
              </a:defRPr>
            </a:lvl1pPr>
            <a:lvl2pPr>
              <a:defRPr lang="en-US" sz="1406" kern="1200" smtClean="0">
                <a:solidFill>
                  <a:srgbClr val="FFFFFF"/>
                </a:solidFill>
                <a:latin typeface="Poppins SemiBold" pitchFamily="34" charset="0"/>
                <a:ea typeface="Poppins SemiBold" pitchFamily="34" charset="-122"/>
                <a:cs typeface="Poppins SemiBold" pitchFamily="34" charset="-120"/>
              </a:defRPr>
            </a:lvl2pPr>
            <a:lvl3pPr>
              <a:defRPr lang="en-US" sz="1406" kern="1200" smtClean="0">
                <a:solidFill>
                  <a:srgbClr val="FFFFFF"/>
                </a:solidFill>
                <a:latin typeface="Poppins SemiBold" pitchFamily="34" charset="0"/>
                <a:ea typeface="Poppins SemiBold" pitchFamily="34" charset="-122"/>
                <a:cs typeface="Poppins SemiBold" pitchFamily="34" charset="-120"/>
              </a:defRPr>
            </a:lvl3pPr>
            <a:lvl4pPr>
              <a:defRPr lang="en-US" sz="1406" kern="1200" smtClean="0">
                <a:solidFill>
                  <a:srgbClr val="FFFFFF"/>
                </a:solidFill>
                <a:latin typeface="Poppins SemiBold" pitchFamily="34" charset="0"/>
                <a:ea typeface="Poppins SemiBold" pitchFamily="34" charset="-122"/>
                <a:cs typeface="Poppins SemiBold" pitchFamily="34" charset="-120"/>
              </a:defRPr>
            </a:lvl4pPr>
            <a:lvl5pPr>
              <a:defRPr lang="en-US" sz="1406" kern="1200">
                <a:solidFill>
                  <a:srgbClr val="FFFFFF"/>
                </a:solidFill>
                <a:latin typeface="Poppins SemiBold" pitchFamily="34" charset="0"/>
                <a:ea typeface="Poppins SemiBold" pitchFamily="34" charset="-122"/>
                <a:cs typeface="Poppins SemiBold" pitchFamily="34" charset="-120"/>
              </a:defRPr>
            </a:lvl5pPr>
          </a:lstStyle>
          <a:p>
            <a:pPr lvl="0"/>
            <a:r>
              <a:rPr lang="en-US"/>
              <a:t>Click to edit Master text styles</a:t>
            </a:r>
          </a:p>
        </p:txBody>
      </p:sp>
      <p:pic>
        <p:nvPicPr>
          <p:cNvPr id="58" name="Image 4" descr="preencoded.png">
            <a:extLst>
              <a:ext uri="{FF2B5EF4-FFF2-40B4-BE49-F238E27FC236}">
                <a16:creationId xmlns:a16="http://schemas.microsoft.com/office/drawing/2014/main" id="{380FCD73-FDC0-4564-BA48-9F004F6C61FE}"/>
              </a:ext>
            </a:extLst>
          </p:cNvPr>
          <p:cNvPicPr>
            <a:picLocks noChangeAspect="1"/>
          </p:cNvPicPr>
          <p:nvPr userDrawn="1"/>
        </p:nvPicPr>
        <p:blipFill>
          <a:blip r:embed="rId20">
            <a:extLst>
              <a:ext uri="{96DAC541-7B7A-43D3-8B79-37D633B846F1}">
                <asvg:svgBlip xmlns:asvg="http://schemas.microsoft.com/office/drawing/2016/SVG/main" r:embed="rId21"/>
              </a:ext>
            </a:extLst>
          </a:blip>
          <a:stretch>
            <a:fillRect/>
          </a:stretch>
        </p:blipFill>
        <p:spPr>
          <a:xfrm>
            <a:off x="1042987" y="8267700"/>
            <a:ext cx="1925405" cy="102775"/>
          </a:xfrm>
          <a:prstGeom prst="rect">
            <a:avLst/>
          </a:prstGeom>
        </p:spPr>
      </p:pic>
      <p:sp>
        <p:nvSpPr>
          <p:cNvPr id="61" name="Text Placeholder 5">
            <a:extLst>
              <a:ext uri="{FF2B5EF4-FFF2-40B4-BE49-F238E27FC236}">
                <a16:creationId xmlns:a16="http://schemas.microsoft.com/office/drawing/2014/main" id="{E10E6147-4C9E-494C-98E6-5C8BAF4CD699}"/>
              </a:ext>
            </a:extLst>
          </p:cNvPr>
          <p:cNvSpPr>
            <a:spLocks noGrp="1"/>
          </p:cNvSpPr>
          <p:nvPr>
            <p:ph type="body" sz="quarter" idx="15"/>
          </p:nvPr>
        </p:nvSpPr>
        <p:spPr>
          <a:xfrm>
            <a:off x="3611166" y="1964172"/>
            <a:ext cx="1278731" cy="1045729"/>
          </a:xfrm>
          <a:prstGeom prst="rect">
            <a:avLst/>
          </a:prstGeom>
        </p:spPr>
        <p:txBody>
          <a:bodyPr/>
          <a:lstStyle>
            <a:lvl1pPr marL="0" indent="0">
              <a:lnSpc>
                <a:spcPts val="1890"/>
              </a:lnSpc>
              <a:spcBef>
                <a:spcPct val="0"/>
              </a:spcBef>
              <a:spcAft>
                <a:spcPts val="1125"/>
              </a:spcAft>
              <a:buNone/>
              <a:defRPr lang="en-US" sz="1350" b="1" kern="1200">
                <a:solidFill>
                  <a:srgbClr val="204852"/>
                </a:solidFill>
                <a:latin typeface="Century Gothic" panose="020b0502020202020204" pitchFamily="34" charset="0"/>
                <a:ea typeface="Century Gothic" panose="020b0502020202020204" pitchFamily="34" charset="0"/>
                <a:cs typeface="Poppins SemiBold" pitchFamily="34" charset="-120"/>
              </a:defRPr>
            </a:lvl1pPr>
            <a:lvl2pPr>
              <a:defRPr lang="en-US" sz="1406" kern="1200" smtClean="0">
                <a:solidFill>
                  <a:srgbClr val="FFFFFF"/>
                </a:solidFill>
                <a:latin typeface="Poppins SemiBold" pitchFamily="34" charset="0"/>
                <a:ea typeface="Poppins SemiBold" pitchFamily="34" charset="-122"/>
                <a:cs typeface="Poppins SemiBold" pitchFamily="34" charset="-120"/>
              </a:defRPr>
            </a:lvl2pPr>
            <a:lvl3pPr>
              <a:defRPr lang="en-US" sz="1406" kern="1200" smtClean="0">
                <a:solidFill>
                  <a:srgbClr val="FFFFFF"/>
                </a:solidFill>
                <a:latin typeface="Poppins SemiBold" pitchFamily="34" charset="0"/>
                <a:ea typeface="Poppins SemiBold" pitchFamily="34" charset="-122"/>
                <a:cs typeface="Poppins SemiBold" pitchFamily="34" charset="-120"/>
              </a:defRPr>
            </a:lvl3pPr>
            <a:lvl4pPr>
              <a:defRPr lang="en-US" sz="1406" kern="1200" smtClean="0">
                <a:solidFill>
                  <a:srgbClr val="FFFFFF"/>
                </a:solidFill>
                <a:latin typeface="Poppins SemiBold" pitchFamily="34" charset="0"/>
                <a:ea typeface="Poppins SemiBold" pitchFamily="34" charset="-122"/>
                <a:cs typeface="Poppins SemiBold" pitchFamily="34" charset="-120"/>
              </a:defRPr>
            </a:lvl4pPr>
            <a:lvl5pPr>
              <a:defRPr lang="en-US" sz="1406" kern="1200">
                <a:solidFill>
                  <a:srgbClr val="FFFFFF"/>
                </a:solidFill>
                <a:latin typeface="Poppins SemiBold" pitchFamily="34" charset="0"/>
                <a:ea typeface="Poppins SemiBold" pitchFamily="34" charset="-122"/>
                <a:cs typeface="Poppins SemiBold" pitchFamily="34" charset="-120"/>
              </a:defRPr>
            </a:lvl5pPr>
          </a:lstStyle>
          <a:p>
            <a:pPr lvl="0"/>
            <a:r>
              <a:rPr lang="en-US"/>
              <a:t>Click to edit Master text styles</a:t>
            </a:r>
          </a:p>
        </p:txBody>
      </p:sp>
      <p:sp>
        <p:nvSpPr>
          <p:cNvPr id="63" name="Text Placeholder 5">
            <a:extLst>
              <a:ext uri="{FF2B5EF4-FFF2-40B4-BE49-F238E27FC236}">
                <a16:creationId xmlns:a16="http://schemas.microsoft.com/office/drawing/2014/main" id="{F8897113-BFFF-4018-8AA2-A22168551973}"/>
              </a:ext>
            </a:extLst>
          </p:cNvPr>
          <p:cNvSpPr>
            <a:spLocks noGrp="1"/>
          </p:cNvSpPr>
          <p:nvPr>
            <p:ph type="body" sz="quarter" idx="16"/>
          </p:nvPr>
        </p:nvSpPr>
        <p:spPr>
          <a:xfrm>
            <a:off x="3611166" y="3969618"/>
            <a:ext cx="1278731" cy="1045729"/>
          </a:xfrm>
          <a:prstGeom prst="rect">
            <a:avLst/>
          </a:prstGeom>
        </p:spPr>
        <p:txBody>
          <a:bodyPr/>
          <a:lstStyle>
            <a:lvl1pPr marL="0" indent="0">
              <a:lnSpc>
                <a:spcPts val="1890"/>
              </a:lnSpc>
              <a:spcBef>
                <a:spcPct val="0"/>
              </a:spcBef>
              <a:spcAft>
                <a:spcPts val="1125"/>
              </a:spcAft>
              <a:buNone/>
              <a:defRPr lang="en-US" sz="1350" b="1" kern="1200">
                <a:solidFill>
                  <a:srgbClr val="204852"/>
                </a:solidFill>
                <a:latin typeface="Century Gothic" panose="020b0502020202020204" pitchFamily="34" charset="0"/>
                <a:ea typeface="Century Gothic" panose="020b0502020202020204" pitchFamily="34" charset="0"/>
                <a:cs typeface="Poppins SemiBold" pitchFamily="34" charset="-120"/>
              </a:defRPr>
            </a:lvl1pPr>
            <a:lvl2pPr>
              <a:defRPr lang="en-US" sz="1406" kern="1200" smtClean="0">
                <a:solidFill>
                  <a:srgbClr val="FFFFFF"/>
                </a:solidFill>
                <a:latin typeface="Poppins SemiBold" pitchFamily="34" charset="0"/>
                <a:ea typeface="Poppins SemiBold" pitchFamily="34" charset="-122"/>
                <a:cs typeface="Poppins SemiBold" pitchFamily="34" charset="-120"/>
              </a:defRPr>
            </a:lvl2pPr>
            <a:lvl3pPr>
              <a:defRPr lang="en-US" sz="1406" kern="1200" smtClean="0">
                <a:solidFill>
                  <a:srgbClr val="FFFFFF"/>
                </a:solidFill>
                <a:latin typeface="Poppins SemiBold" pitchFamily="34" charset="0"/>
                <a:ea typeface="Poppins SemiBold" pitchFamily="34" charset="-122"/>
                <a:cs typeface="Poppins SemiBold" pitchFamily="34" charset="-120"/>
              </a:defRPr>
            </a:lvl3pPr>
            <a:lvl4pPr>
              <a:defRPr lang="en-US" sz="1406" kern="1200" smtClean="0">
                <a:solidFill>
                  <a:srgbClr val="FFFFFF"/>
                </a:solidFill>
                <a:latin typeface="Poppins SemiBold" pitchFamily="34" charset="0"/>
                <a:ea typeface="Poppins SemiBold" pitchFamily="34" charset="-122"/>
                <a:cs typeface="Poppins SemiBold" pitchFamily="34" charset="-120"/>
              </a:defRPr>
            </a:lvl4pPr>
            <a:lvl5pPr>
              <a:defRPr lang="en-US" sz="1406" kern="1200">
                <a:solidFill>
                  <a:srgbClr val="FFFFFF"/>
                </a:solidFill>
                <a:latin typeface="Poppins SemiBold" pitchFamily="34" charset="0"/>
                <a:ea typeface="Poppins SemiBold" pitchFamily="34" charset="-122"/>
                <a:cs typeface="Poppins SemiBold" pitchFamily="34" charset="-120"/>
              </a:defRPr>
            </a:lvl5pPr>
          </a:lstStyle>
          <a:p>
            <a:pPr lvl="0"/>
            <a:r>
              <a:rPr lang="en-US"/>
              <a:t>Click to edit Master text styles</a:t>
            </a:r>
          </a:p>
        </p:txBody>
      </p:sp>
      <p:sp>
        <p:nvSpPr>
          <p:cNvPr id="64" name="Text Placeholder 5">
            <a:extLst>
              <a:ext uri="{FF2B5EF4-FFF2-40B4-BE49-F238E27FC236}">
                <a16:creationId xmlns:a16="http://schemas.microsoft.com/office/drawing/2014/main" id="{D3F50059-E87E-4EF0-A900-53963B1E2E8E}"/>
              </a:ext>
            </a:extLst>
          </p:cNvPr>
          <p:cNvSpPr>
            <a:spLocks noGrp="1"/>
          </p:cNvSpPr>
          <p:nvPr>
            <p:ph type="body" sz="quarter" idx="17"/>
          </p:nvPr>
        </p:nvSpPr>
        <p:spPr>
          <a:xfrm>
            <a:off x="3611166" y="5911273"/>
            <a:ext cx="1278731" cy="1045729"/>
          </a:xfrm>
          <a:prstGeom prst="rect">
            <a:avLst/>
          </a:prstGeom>
        </p:spPr>
        <p:txBody>
          <a:bodyPr/>
          <a:lstStyle>
            <a:lvl1pPr marL="0" indent="0">
              <a:lnSpc>
                <a:spcPts val="1890"/>
              </a:lnSpc>
              <a:spcBef>
                <a:spcPct val="0"/>
              </a:spcBef>
              <a:spcAft>
                <a:spcPts val="1125"/>
              </a:spcAft>
              <a:buNone/>
              <a:defRPr lang="en-US" sz="1350" b="1" kern="1200">
                <a:solidFill>
                  <a:srgbClr val="204852"/>
                </a:solidFill>
                <a:latin typeface="Century Gothic" panose="020b0502020202020204" pitchFamily="34" charset="0"/>
                <a:ea typeface="Century Gothic" panose="020b0502020202020204" pitchFamily="34" charset="0"/>
                <a:cs typeface="Poppins SemiBold" pitchFamily="34" charset="-120"/>
              </a:defRPr>
            </a:lvl1pPr>
            <a:lvl2pPr>
              <a:defRPr lang="en-US" sz="1406" kern="1200" smtClean="0">
                <a:solidFill>
                  <a:srgbClr val="FFFFFF"/>
                </a:solidFill>
                <a:latin typeface="Poppins SemiBold" pitchFamily="34" charset="0"/>
                <a:ea typeface="Poppins SemiBold" pitchFamily="34" charset="-122"/>
                <a:cs typeface="Poppins SemiBold" pitchFamily="34" charset="-120"/>
              </a:defRPr>
            </a:lvl2pPr>
            <a:lvl3pPr>
              <a:defRPr lang="en-US" sz="1406" kern="1200" smtClean="0">
                <a:solidFill>
                  <a:srgbClr val="FFFFFF"/>
                </a:solidFill>
                <a:latin typeface="Poppins SemiBold" pitchFamily="34" charset="0"/>
                <a:ea typeface="Poppins SemiBold" pitchFamily="34" charset="-122"/>
                <a:cs typeface="Poppins SemiBold" pitchFamily="34" charset="-120"/>
              </a:defRPr>
            </a:lvl3pPr>
            <a:lvl4pPr>
              <a:defRPr lang="en-US" sz="1406" kern="1200" smtClean="0">
                <a:solidFill>
                  <a:srgbClr val="FFFFFF"/>
                </a:solidFill>
                <a:latin typeface="Poppins SemiBold" pitchFamily="34" charset="0"/>
                <a:ea typeface="Poppins SemiBold" pitchFamily="34" charset="-122"/>
                <a:cs typeface="Poppins SemiBold" pitchFamily="34" charset="-120"/>
              </a:defRPr>
            </a:lvl4pPr>
            <a:lvl5pPr>
              <a:defRPr lang="en-US" sz="1406" kern="1200">
                <a:solidFill>
                  <a:srgbClr val="FFFFFF"/>
                </a:solidFill>
                <a:latin typeface="Poppins SemiBold" pitchFamily="34" charset="0"/>
                <a:ea typeface="Poppins SemiBold" pitchFamily="34" charset="-122"/>
                <a:cs typeface="Poppins SemiBold" pitchFamily="34" charset="-120"/>
              </a:defRPr>
            </a:lvl5pPr>
          </a:lstStyle>
          <a:p>
            <a:pPr lvl="0"/>
            <a:r>
              <a:rPr lang="en-US"/>
              <a:t>Click to edit Master text styles</a:t>
            </a:r>
          </a:p>
        </p:txBody>
      </p:sp>
      <p:sp>
        <p:nvSpPr>
          <p:cNvPr id="65" name="Text Placeholder 5">
            <a:extLst>
              <a:ext uri="{FF2B5EF4-FFF2-40B4-BE49-F238E27FC236}">
                <a16:creationId xmlns:a16="http://schemas.microsoft.com/office/drawing/2014/main" id="{691A68AD-663B-4DD2-868C-4C455CE65E29}"/>
              </a:ext>
            </a:extLst>
          </p:cNvPr>
          <p:cNvSpPr>
            <a:spLocks noGrp="1"/>
          </p:cNvSpPr>
          <p:nvPr>
            <p:ph type="body" sz="quarter" idx="18"/>
          </p:nvPr>
        </p:nvSpPr>
        <p:spPr>
          <a:xfrm>
            <a:off x="3611166" y="7916287"/>
            <a:ext cx="1278731" cy="1045729"/>
          </a:xfrm>
          <a:prstGeom prst="rect">
            <a:avLst/>
          </a:prstGeom>
        </p:spPr>
        <p:txBody>
          <a:bodyPr/>
          <a:lstStyle>
            <a:lvl1pPr marL="0" indent="0">
              <a:lnSpc>
                <a:spcPts val="1890"/>
              </a:lnSpc>
              <a:spcBef>
                <a:spcPct val="0"/>
              </a:spcBef>
              <a:spcAft>
                <a:spcPts val="1125"/>
              </a:spcAft>
              <a:buNone/>
              <a:defRPr lang="en-US" sz="1350" b="1" kern="1200">
                <a:solidFill>
                  <a:srgbClr val="204852"/>
                </a:solidFill>
                <a:latin typeface="Century Gothic" panose="020b0502020202020204" pitchFamily="34" charset="0"/>
                <a:ea typeface="Century Gothic" panose="020b0502020202020204" pitchFamily="34" charset="0"/>
                <a:cs typeface="Poppins SemiBold" pitchFamily="34" charset="-120"/>
              </a:defRPr>
            </a:lvl1pPr>
            <a:lvl2pPr>
              <a:defRPr lang="en-US" sz="1406" kern="1200" smtClean="0">
                <a:solidFill>
                  <a:srgbClr val="FFFFFF"/>
                </a:solidFill>
                <a:latin typeface="Poppins SemiBold" pitchFamily="34" charset="0"/>
                <a:ea typeface="Poppins SemiBold" pitchFamily="34" charset="-122"/>
                <a:cs typeface="Poppins SemiBold" pitchFamily="34" charset="-120"/>
              </a:defRPr>
            </a:lvl2pPr>
            <a:lvl3pPr>
              <a:defRPr lang="en-US" sz="1406" kern="1200" smtClean="0">
                <a:solidFill>
                  <a:srgbClr val="FFFFFF"/>
                </a:solidFill>
                <a:latin typeface="Poppins SemiBold" pitchFamily="34" charset="0"/>
                <a:ea typeface="Poppins SemiBold" pitchFamily="34" charset="-122"/>
                <a:cs typeface="Poppins SemiBold" pitchFamily="34" charset="-120"/>
              </a:defRPr>
            </a:lvl3pPr>
            <a:lvl4pPr>
              <a:defRPr lang="en-US" sz="1406" kern="1200" smtClean="0">
                <a:solidFill>
                  <a:srgbClr val="FFFFFF"/>
                </a:solidFill>
                <a:latin typeface="Poppins SemiBold" pitchFamily="34" charset="0"/>
                <a:ea typeface="Poppins SemiBold" pitchFamily="34" charset="-122"/>
                <a:cs typeface="Poppins SemiBold" pitchFamily="34" charset="-120"/>
              </a:defRPr>
            </a:lvl4pPr>
            <a:lvl5pPr>
              <a:defRPr lang="en-US" sz="1406" kern="1200">
                <a:solidFill>
                  <a:srgbClr val="FFFFFF"/>
                </a:solidFill>
                <a:latin typeface="Poppins SemiBold" pitchFamily="34" charset="0"/>
                <a:ea typeface="Poppins SemiBold" pitchFamily="34" charset="-122"/>
                <a:cs typeface="Poppins SemiBold" pitchFamily="34" charset="-120"/>
              </a:defRPr>
            </a:lvl5pPr>
          </a:lstStyle>
          <a:p>
            <a:pPr lvl="0"/>
            <a:r>
              <a:rPr lang="en-US"/>
              <a:t>Click to edit Master text styles</a:t>
            </a:r>
          </a:p>
        </p:txBody>
      </p:sp>
      <p:sp>
        <p:nvSpPr>
          <p:cNvPr id="67" name="Text Placeholder 5">
            <a:extLst>
              <a:ext uri="{FF2B5EF4-FFF2-40B4-BE49-F238E27FC236}">
                <a16:creationId xmlns:a16="http://schemas.microsoft.com/office/drawing/2014/main" id="{D9050B42-2A23-4E31-84D8-6C35429AF12E}"/>
              </a:ext>
            </a:extLst>
          </p:cNvPr>
          <p:cNvSpPr>
            <a:spLocks noGrp="1"/>
          </p:cNvSpPr>
          <p:nvPr>
            <p:ph type="body" sz="quarter" idx="19"/>
          </p:nvPr>
        </p:nvSpPr>
        <p:spPr>
          <a:xfrm>
            <a:off x="5264943" y="1925061"/>
            <a:ext cx="7227887" cy="332364"/>
          </a:xfrm>
          <a:prstGeom prst="rect">
            <a:avLst/>
          </a:prstGeom>
        </p:spPr>
        <p:txBody>
          <a:bodyPr/>
          <a:lstStyle>
            <a:lvl1pPr marL="214313" indent="-214313">
              <a:lnSpc>
                <a:spcPts val="1575"/>
              </a:lnSpc>
              <a:spcBef>
                <a:spcPct val="0"/>
              </a:spcBef>
              <a:spcAft>
                <a:spcPts val="1125"/>
              </a:spcAft>
              <a:buSzPct val="80000"/>
              <a:buFontTx/>
              <a:buBlip>
                <a:blip r:embed="rId22">
                  <a:extLst>
                    <a:ext uri="{96DAC541-7B7A-43D3-8B79-37D633B846F1}">
                      <asvg:svgBlip xmlns:asvg="http://schemas.microsoft.com/office/drawing/2016/SVG/main" r:embed="rId23"/>
                    </a:ext>
                  </a:extLst>
                </a:blip>
              </a:buBlip>
              <a:defRPr lang="en-US" sz="1125" kern="1200">
                <a:solidFill>
                  <a:srgbClr val="2C2C2C"/>
                </a:solidFill>
                <a:latin typeface="Century Gothic" panose="020b0502020202020204" pitchFamily="34" charset="0"/>
                <a:ea typeface="Century Gothic" panose="020b0502020202020204" pitchFamily="34" charset="0"/>
                <a:cs typeface="Arial" pitchFamily="34" charset="0"/>
              </a:defRPr>
            </a:lvl1pPr>
            <a:lvl2pPr>
              <a:defRPr lang="en-US" sz="1406" kern="1200" smtClean="0">
                <a:solidFill>
                  <a:srgbClr val="FFFFFF"/>
                </a:solidFill>
                <a:latin typeface="Poppins SemiBold" pitchFamily="34" charset="0"/>
                <a:ea typeface="Poppins SemiBold" pitchFamily="34" charset="-122"/>
                <a:cs typeface="Poppins SemiBold" pitchFamily="34" charset="-120"/>
              </a:defRPr>
            </a:lvl2pPr>
            <a:lvl3pPr>
              <a:defRPr lang="en-US" sz="1406" kern="1200" smtClean="0">
                <a:solidFill>
                  <a:srgbClr val="FFFFFF"/>
                </a:solidFill>
                <a:latin typeface="Poppins SemiBold" pitchFamily="34" charset="0"/>
                <a:ea typeface="Poppins SemiBold" pitchFamily="34" charset="-122"/>
                <a:cs typeface="Poppins SemiBold" pitchFamily="34" charset="-120"/>
              </a:defRPr>
            </a:lvl3pPr>
            <a:lvl4pPr>
              <a:defRPr lang="en-US" sz="1406" kern="1200" smtClean="0">
                <a:solidFill>
                  <a:srgbClr val="FFFFFF"/>
                </a:solidFill>
                <a:latin typeface="Poppins SemiBold" pitchFamily="34" charset="0"/>
                <a:ea typeface="Poppins SemiBold" pitchFamily="34" charset="-122"/>
                <a:cs typeface="Poppins SemiBold" pitchFamily="34" charset="-120"/>
              </a:defRPr>
            </a:lvl4pPr>
            <a:lvl5pPr>
              <a:defRPr lang="en-US" sz="1406" kern="1200">
                <a:solidFill>
                  <a:srgbClr val="FFFFFF"/>
                </a:solidFill>
                <a:latin typeface="Poppins SemiBold" pitchFamily="34" charset="0"/>
                <a:ea typeface="Poppins SemiBold" pitchFamily="34" charset="-122"/>
                <a:cs typeface="Poppins SemiBold" pitchFamily="34" charset="-120"/>
              </a:defRPr>
            </a:lvl5pPr>
          </a:lstStyle>
          <a:p>
            <a:pPr lvl="0"/>
            <a:r>
              <a:rPr lang="en-US"/>
              <a:t>Click to edit Master text styles</a:t>
            </a:r>
          </a:p>
        </p:txBody>
      </p:sp>
      <p:sp>
        <p:nvSpPr>
          <p:cNvPr id="69" name="Text Placeholder 5">
            <a:extLst>
              <a:ext uri="{FF2B5EF4-FFF2-40B4-BE49-F238E27FC236}">
                <a16:creationId xmlns:a16="http://schemas.microsoft.com/office/drawing/2014/main" id="{8E8DE789-3516-48B4-8B39-6F60C3A6AFA6}"/>
              </a:ext>
            </a:extLst>
          </p:cNvPr>
          <p:cNvSpPr>
            <a:spLocks noGrp="1"/>
          </p:cNvSpPr>
          <p:nvPr>
            <p:ph type="body" sz="quarter" idx="20"/>
          </p:nvPr>
        </p:nvSpPr>
        <p:spPr>
          <a:xfrm>
            <a:off x="5505053" y="2394311"/>
            <a:ext cx="7227887" cy="719426"/>
          </a:xfrm>
          <a:prstGeom prst="rect">
            <a:avLst/>
          </a:prstGeom>
        </p:spPr>
        <p:txBody>
          <a:bodyPr/>
          <a:lstStyle>
            <a:lvl1pPr marL="171450" marR="0" indent="-171450" algn="l" defTabSz="685800" rtl="0" eaLnBrk="1" fontAlgn="auto" latinLnBrk="0" hangingPunct="1">
              <a:lnSpc>
                <a:spcPts val="1575"/>
              </a:lnSpc>
              <a:spcBef>
                <a:spcPct val="0"/>
              </a:spcBef>
              <a:spcAft>
                <a:spcPts val="375"/>
              </a:spcAft>
              <a:buClr>
                <a:srgbClr val="C9DBDD"/>
              </a:buClr>
              <a:buSzTx/>
              <a:buFont typeface="+mj-lt"/>
              <a:buAutoNum type="arabicPeriod"/>
              <a:defRPr lang="en-US" sz="1125" kern="1200">
                <a:solidFill>
                  <a:srgbClr val="2C2C2C"/>
                </a:solidFill>
                <a:latin typeface="Century Gothic" panose="020b0502020202020204" pitchFamily="34" charset="0"/>
                <a:ea typeface="Century Gothic" panose="020b0502020202020204" pitchFamily="34" charset="0"/>
                <a:cs typeface="Arial" pitchFamily="34" charset="0"/>
              </a:defRPr>
            </a:lvl1pPr>
            <a:lvl2pPr>
              <a:defRPr lang="en-US" sz="1406" kern="1200" smtClean="0">
                <a:solidFill>
                  <a:srgbClr val="FFFFFF"/>
                </a:solidFill>
                <a:latin typeface="Poppins SemiBold" pitchFamily="34" charset="0"/>
                <a:ea typeface="Poppins SemiBold" pitchFamily="34" charset="-122"/>
                <a:cs typeface="Poppins SemiBold" pitchFamily="34" charset="-120"/>
              </a:defRPr>
            </a:lvl2pPr>
            <a:lvl3pPr>
              <a:defRPr lang="en-US" sz="1406" kern="1200" smtClean="0">
                <a:solidFill>
                  <a:srgbClr val="FFFFFF"/>
                </a:solidFill>
                <a:latin typeface="Poppins SemiBold" pitchFamily="34" charset="0"/>
                <a:ea typeface="Poppins SemiBold" pitchFamily="34" charset="-122"/>
                <a:cs typeface="Poppins SemiBold" pitchFamily="34" charset="-120"/>
              </a:defRPr>
            </a:lvl3pPr>
            <a:lvl4pPr>
              <a:defRPr lang="en-US" sz="1406" kern="1200" smtClean="0">
                <a:solidFill>
                  <a:srgbClr val="FFFFFF"/>
                </a:solidFill>
                <a:latin typeface="Poppins SemiBold" pitchFamily="34" charset="0"/>
                <a:ea typeface="Poppins SemiBold" pitchFamily="34" charset="-122"/>
                <a:cs typeface="Poppins SemiBold" pitchFamily="34" charset="-120"/>
              </a:defRPr>
            </a:lvl4pPr>
            <a:lvl5pPr>
              <a:defRPr lang="en-US" sz="1406" kern="1200">
                <a:solidFill>
                  <a:srgbClr val="FFFFFF"/>
                </a:solidFill>
                <a:latin typeface="Poppins SemiBold" pitchFamily="34" charset="0"/>
                <a:ea typeface="Poppins SemiBold" pitchFamily="34" charset="-122"/>
                <a:cs typeface="Poppins SemiBold" pitchFamily="34" charset="-120"/>
              </a:defRPr>
            </a:lvl5pPr>
          </a:lstStyle>
          <a:p>
            <a:pPr lvl="0"/>
            <a:r>
              <a:rPr lang="en-US"/>
              <a:t>Click to edit Master text styles</a:t>
            </a:r>
          </a:p>
          <a:p>
            <a:pPr marL="171450" marR="0" lvl="0" indent="-171450" algn="l" defTabSz="685800" rtl="0" eaLnBrk="1" fontAlgn="auto" latinLnBrk="0" hangingPunct="1">
              <a:lnSpc>
                <a:spcPts val="1575"/>
              </a:lnSpc>
              <a:spcBef>
                <a:spcPct val="0"/>
              </a:spcBef>
              <a:spcAft>
                <a:spcPts val="1125"/>
              </a:spcAft>
              <a:buClr>
                <a:srgbClr val="E2ECED"/>
              </a:buClr>
              <a:buSzTx/>
              <a:buFont typeface="+mj-lt"/>
              <a:buAutoNum type="arabicPeriod"/>
              <a:defRPr/>
            </a:pPr>
            <a:r>
              <a:rPr lang="en-US"/>
              <a:t>Click to edit Master text styles</a:t>
            </a:r>
          </a:p>
        </p:txBody>
      </p:sp>
      <p:sp>
        <p:nvSpPr>
          <p:cNvPr id="72" name="Text Placeholder 5">
            <a:extLst>
              <a:ext uri="{FF2B5EF4-FFF2-40B4-BE49-F238E27FC236}">
                <a16:creationId xmlns:a16="http://schemas.microsoft.com/office/drawing/2014/main" id="{066F8A23-409F-48CC-B4F7-49F39AB6C41F}"/>
              </a:ext>
            </a:extLst>
          </p:cNvPr>
          <p:cNvSpPr>
            <a:spLocks noGrp="1"/>
          </p:cNvSpPr>
          <p:nvPr>
            <p:ph type="body" sz="quarter" idx="21"/>
          </p:nvPr>
        </p:nvSpPr>
        <p:spPr>
          <a:xfrm>
            <a:off x="5264943" y="3778755"/>
            <a:ext cx="7227887" cy="614358"/>
          </a:xfrm>
          <a:prstGeom prst="rect">
            <a:avLst/>
          </a:prstGeom>
        </p:spPr>
        <p:txBody>
          <a:bodyPr/>
          <a:lstStyle>
            <a:lvl1pPr marL="214313" indent="-214313">
              <a:lnSpc>
                <a:spcPts val="1575"/>
              </a:lnSpc>
              <a:spcBef>
                <a:spcPct val="0"/>
              </a:spcBef>
              <a:spcAft>
                <a:spcPts val="1125"/>
              </a:spcAft>
              <a:buSzPct val="80000"/>
              <a:buFontTx/>
              <a:buBlip>
                <a:blip r:embed="rId22">
                  <a:extLst>
                    <a:ext uri="{96DAC541-7B7A-43D3-8B79-37D633B846F1}">
                      <asvg:svgBlip xmlns:asvg="http://schemas.microsoft.com/office/drawing/2016/SVG/main" r:embed="rId23"/>
                    </a:ext>
                  </a:extLst>
                </a:blip>
              </a:buBlip>
              <a:defRPr lang="en-US" sz="1125" kern="1200">
                <a:solidFill>
                  <a:srgbClr val="2C2C2C"/>
                </a:solidFill>
                <a:latin typeface="Century Gothic" panose="020b0502020202020204" pitchFamily="34" charset="0"/>
                <a:ea typeface="Century Gothic" panose="020b0502020202020204" pitchFamily="34" charset="0"/>
                <a:cs typeface="Arial" pitchFamily="34" charset="0"/>
              </a:defRPr>
            </a:lvl1pPr>
            <a:lvl2pPr>
              <a:defRPr lang="en-US" sz="1406" kern="1200" smtClean="0">
                <a:solidFill>
                  <a:srgbClr val="FFFFFF"/>
                </a:solidFill>
                <a:latin typeface="Poppins SemiBold" pitchFamily="34" charset="0"/>
                <a:ea typeface="Poppins SemiBold" pitchFamily="34" charset="-122"/>
                <a:cs typeface="Poppins SemiBold" pitchFamily="34" charset="-120"/>
              </a:defRPr>
            </a:lvl2pPr>
            <a:lvl3pPr>
              <a:defRPr lang="en-US" sz="1406" kern="1200" smtClean="0">
                <a:solidFill>
                  <a:srgbClr val="FFFFFF"/>
                </a:solidFill>
                <a:latin typeface="Poppins SemiBold" pitchFamily="34" charset="0"/>
                <a:ea typeface="Poppins SemiBold" pitchFamily="34" charset="-122"/>
                <a:cs typeface="Poppins SemiBold" pitchFamily="34" charset="-120"/>
              </a:defRPr>
            </a:lvl3pPr>
            <a:lvl4pPr>
              <a:defRPr lang="en-US" sz="1406" kern="1200" smtClean="0">
                <a:solidFill>
                  <a:srgbClr val="FFFFFF"/>
                </a:solidFill>
                <a:latin typeface="Poppins SemiBold" pitchFamily="34" charset="0"/>
                <a:ea typeface="Poppins SemiBold" pitchFamily="34" charset="-122"/>
                <a:cs typeface="Poppins SemiBold" pitchFamily="34" charset="-120"/>
              </a:defRPr>
            </a:lvl4pPr>
            <a:lvl5pPr>
              <a:defRPr lang="en-US" sz="1406" kern="1200">
                <a:solidFill>
                  <a:srgbClr val="FFFFFF"/>
                </a:solidFill>
                <a:latin typeface="Poppins SemiBold" pitchFamily="34" charset="0"/>
                <a:ea typeface="Poppins SemiBold" pitchFamily="34" charset="-122"/>
                <a:cs typeface="Poppins SemiBold" pitchFamily="34" charset="-120"/>
              </a:defRPr>
            </a:lvl5pPr>
          </a:lstStyle>
          <a:p>
            <a:pPr lvl="0"/>
            <a:r>
              <a:rPr lang="en-US"/>
              <a:t>Click to edit Master text styles</a:t>
            </a:r>
          </a:p>
        </p:txBody>
      </p:sp>
      <p:sp>
        <p:nvSpPr>
          <p:cNvPr id="73" name="Text Placeholder 5">
            <a:extLst>
              <a:ext uri="{FF2B5EF4-FFF2-40B4-BE49-F238E27FC236}">
                <a16:creationId xmlns:a16="http://schemas.microsoft.com/office/drawing/2014/main" id="{0D878991-4695-467D-B03F-5C1BA6A23462}"/>
              </a:ext>
            </a:extLst>
          </p:cNvPr>
          <p:cNvSpPr>
            <a:spLocks noGrp="1"/>
          </p:cNvSpPr>
          <p:nvPr>
            <p:ph type="body" sz="quarter" idx="22"/>
          </p:nvPr>
        </p:nvSpPr>
        <p:spPr>
          <a:xfrm>
            <a:off x="5505053" y="4474662"/>
            <a:ext cx="2734073" cy="719426"/>
          </a:xfrm>
          <a:prstGeom prst="rect">
            <a:avLst/>
          </a:prstGeom>
        </p:spPr>
        <p:txBody>
          <a:bodyPr/>
          <a:lstStyle>
            <a:lvl1pPr marL="171450" marR="0" indent="-171450" algn="l" defTabSz="685800" rtl="0" eaLnBrk="1" fontAlgn="auto" latinLnBrk="0" hangingPunct="1">
              <a:lnSpc>
                <a:spcPts val="1575"/>
              </a:lnSpc>
              <a:spcBef>
                <a:spcPct val="0"/>
              </a:spcBef>
              <a:spcAft>
                <a:spcPts val="375"/>
              </a:spcAft>
              <a:buClr>
                <a:srgbClr val="C9DBDD"/>
              </a:buClr>
              <a:buSzTx/>
              <a:buFont typeface="+mj-lt"/>
              <a:buAutoNum type="arabicPeriod"/>
              <a:defRPr lang="en-US" sz="1125" kern="1200">
                <a:solidFill>
                  <a:srgbClr val="2C2C2C"/>
                </a:solidFill>
                <a:latin typeface="Century Gothic" panose="020b0502020202020204" pitchFamily="34" charset="0"/>
                <a:ea typeface="Century Gothic" panose="020b0502020202020204" pitchFamily="34" charset="0"/>
                <a:cs typeface="Arial" pitchFamily="34" charset="0"/>
              </a:defRPr>
            </a:lvl1pPr>
            <a:lvl2pPr>
              <a:defRPr lang="en-US" sz="1406" kern="1200" smtClean="0">
                <a:solidFill>
                  <a:srgbClr val="FFFFFF"/>
                </a:solidFill>
                <a:latin typeface="Poppins SemiBold" pitchFamily="34" charset="0"/>
                <a:ea typeface="Poppins SemiBold" pitchFamily="34" charset="-122"/>
                <a:cs typeface="Poppins SemiBold" pitchFamily="34" charset="-120"/>
              </a:defRPr>
            </a:lvl2pPr>
            <a:lvl3pPr>
              <a:defRPr lang="en-US" sz="1406" kern="1200" smtClean="0">
                <a:solidFill>
                  <a:srgbClr val="FFFFFF"/>
                </a:solidFill>
                <a:latin typeface="Poppins SemiBold" pitchFamily="34" charset="0"/>
                <a:ea typeface="Poppins SemiBold" pitchFamily="34" charset="-122"/>
                <a:cs typeface="Poppins SemiBold" pitchFamily="34" charset="-120"/>
              </a:defRPr>
            </a:lvl3pPr>
            <a:lvl4pPr>
              <a:defRPr lang="en-US" sz="1406" kern="1200" smtClean="0">
                <a:solidFill>
                  <a:srgbClr val="FFFFFF"/>
                </a:solidFill>
                <a:latin typeface="Poppins SemiBold" pitchFamily="34" charset="0"/>
                <a:ea typeface="Poppins SemiBold" pitchFamily="34" charset="-122"/>
                <a:cs typeface="Poppins SemiBold" pitchFamily="34" charset="-120"/>
              </a:defRPr>
            </a:lvl4pPr>
            <a:lvl5pPr>
              <a:defRPr lang="en-US" sz="1406" kern="1200">
                <a:solidFill>
                  <a:srgbClr val="FFFFFF"/>
                </a:solidFill>
                <a:latin typeface="Poppins SemiBold" pitchFamily="34" charset="0"/>
                <a:ea typeface="Poppins SemiBold" pitchFamily="34" charset="-122"/>
                <a:cs typeface="Poppins SemiBold" pitchFamily="34" charset="-120"/>
              </a:defRPr>
            </a:lvl5pPr>
          </a:lstStyle>
          <a:p>
            <a:pPr lvl="0"/>
            <a:r>
              <a:rPr lang="en-US"/>
              <a:t>Click to edit Master text styles</a:t>
            </a:r>
          </a:p>
          <a:p>
            <a:pPr marL="171450" marR="0" lvl="0" indent="-171450" algn="l" defTabSz="685800" rtl="0" eaLnBrk="1" fontAlgn="auto" latinLnBrk="0" hangingPunct="1">
              <a:lnSpc>
                <a:spcPts val="1575"/>
              </a:lnSpc>
              <a:spcBef>
                <a:spcPct val="0"/>
              </a:spcBef>
              <a:spcAft>
                <a:spcPts val="1125"/>
              </a:spcAft>
              <a:buClr>
                <a:srgbClr val="E2ECED"/>
              </a:buClr>
              <a:buSzTx/>
              <a:buFont typeface="+mj-lt"/>
              <a:buAutoNum type="arabicPeriod"/>
              <a:defRPr/>
            </a:pPr>
            <a:r>
              <a:rPr lang="en-US"/>
              <a:t>Click to edit Master text styles</a:t>
            </a:r>
          </a:p>
        </p:txBody>
      </p:sp>
      <p:sp>
        <p:nvSpPr>
          <p:cNvPr id="75" name="Text Placeholder 5">
            <a:extLst>
              <a:ext uri="{FF2B5EF4-FFF2-40B4-BE49-F238E27FC236}">
                <a16:creationId xmlns:a16="http://schemas.microsoft.com/office/drawing/2014/main" id="{56547E7B-A723-4B3D-A7DA-90C5BAD0F7F4}"/>
              </a:ext>
            </a:extLst>
          </p:cNvPr>
          <p:cNvSpPr>
            <a:spLocks noGrp="1"/>
          </p:cNvSpPr>
          <p:nvPr>
            <p:ph type="body" sz="quarter" idx="23"/>
          </p:nvPr>
        </p:nvSpPr>
        <p:spPr>
          <a:xfrm>
            <a:off x="8615362" y="4474662"/>
            <a:ext cx="2734073" cy="719426"/>
          </a:xfrm>
          <a:prstGeom prst="rect">
            <a:avLst/>
          </a:prstGeom>
        </p:spPr>
        <p:txBody>
          <a:bodyPr/>
          <a:lstStyle>
            <a:lvl1pPr marL="171450" marR="0" indent="-171450" algn="l" defTabSz="685800" rtl="0" eaLnBrk="1" fontAlgn="auto" latinLnBrk="0" hangingPunct="1">
              <a:lnSpc>
                <a:spcPts val="1575"/>
              </a:lnSpc>
              <a:spcBef>
                <a:spcPct val="0"/>
              </a:spcBef>
              <a:spcAft>
                <a:spcPts val="375"/>
              </a:spcAft>
              <a:buClr>
                <a:srgbClr val="C9DBDD"/>
              </a:buClr>
              <a:buSzTx/>
              <a:buFont typeface="+mj-lt"/>
              <a:buAutoNum type="arabicPeriod"/>
              <a:defRPr lang="en-US" sz="1125" kern="1200">
                <a:solidFill>
                  <a:srgbClr val="2C2C2C"/>
                </a:solidFill>
                <a:latin typeface="Century Gothic" panose="020b0502020202020204" pitchFamily="34" charset="0"/>
                <a:ea typeface="Century Gothic" panose="020b0502020202020204" pitchFamily="34" charset="0"/>
                <a:cs typeface="Arial" pitchFamily="34" charset="0"/>
              </a:defRPr>
            </a:lvl1pPr>
            <a:lvl2pPr>
              <a:defRPr lang="en-US" sz="1406" kern="1200" smtClean="0">
                <a:solidFill>
                  <a:srgbClr val="FFFFFF"/>
                </a:solidFill>
                <a:latin typeface="Poppins SemiBold" pitchFamily="34" charset="0"/>
                <a:ea typeface="Poppins SemiBold" pitchFamily="34" charset="-122"/>
                <a:cs typeface="Poppins SemiBold" pitchFamily="34" charset="-120"/>
              </a:defRPr>
            </a:lvl2pPr>
            <a:lvl3pPr>
              <a:defRPr lang="en-US" sz="1406" kern="1200" smtClean="0">
                <a:solidFill>
                  <a:srgbClr val="FFFFFF"/>
                </a:solidFill>
                <a:latin typeface="Poppins SemiBold" pitchFamily="34" charset="0"/>
                <a:ea typeface="Poppins SemiBold" pitchFamily="34" charset="-122"/>
                <a:cs typeface="Poppins SemiBold" pitchFamily="34" charset="-120"/>
              </a:defRPr>
            </a:lvl3pPr>
            <a:lvl4pPr>
              <a:defRPr lang="en-US" sz="1406" kern="1200" smtClean="0">
                <a:solidFill>
                  <a:srgbClr val="FFFFFF"/>
                </a:solidFill>
                <a:latin typeface="Poppins SemiBold" pitchFamily="34" charset="0"/>
                <a:ea typeface="Poppins SemiBold" pitchFamily="34" charset="-122"/>
                <a:cs typeface="Poppins SemiBold" pitchFamily="34" charset="-120"/>
              </a:defRPr>
            </a:lvl4pPr>
            <a:lvl5pPr>
              <a:defRPr lang="en-US" sz="1406" kern="1200">
                <a:solidFill>
                  <a:srgbClr val="FFFFFF"/>
                </a:solidFill>
                <a:latin typeface="Poppins SemiBold" pitchFamily="34" charset="0"/>
                <a:ea typeface="Poppins SemiBold" pitchFamily="34" charset="-122"/>
                <a:cs typeface="Poppins SemiBold" pitchFamily="34" charset="-120"/>
              </a:defRPr>
            </a:lvl5pPr>
          </a:lstStyle>
          <a:p>
            <a:pPr lvl="0"/>
            <a:r>
              <a:rPr lang="en-US"/>
              <a:t>Click to edit Master text styles</a:t>
            </a:r>
          </a:p>
          <a:p>
            <a:pPr marL="171450" marR="0" lvl="0" indent="-171450" algn="l" defTabSz="685800" rtl="0" eaLnBrk="1" fontAlgn="auto" latinLnBrk="0" hangingPunct="1">
              <a:lnSpc>
                <a:spcPts val="1575"/>
              </a:lnSpc>
              <a:spcBef>
                <a:spcPct val="0"/>
              </a:spcBef>
              <a:spcAft>
                <a:spcPts val="1125"/>
              </a:spcAft>
              <a:buClr>
                <a:srgbClr val="E2ECED"/>
              </a:buClr>
              <a:buSzTx/>
              <a:buFont typeface="+mj-lt"/>
              <a:buAutoNum type="arabicPeriod"/>
              <a:defRPr/>
            </a:pPr>
            <a:r>
              <a:rPr lang="en-US"/>
              <a:t>Click to edit Master text styles</a:t>
            </a:r>
          </a:p>
        </p:txBody>
      </p:sp>
      <p:sp>
        <p:nvSpPr>
          <p:cNvPr id="77" name="Text Placeholder 5">
            <a:extLst>
              <a:ext uri="{FF2B5EF4-FFF2-40B4-BE49-F238E27FC236}">
                <a16:creationId xmlns:a16="http://schemas.microsoft.com/office/drawing/2014/main" id="{58D5B402-C585-49B9-A825-0A2FFB5BE772}"/>
              </a:ext>
            </a:extLst>
          </p:cNvPr>
          <p:cNvSpPr>
            <a:spLocks noGrp="1"/>
          </p:cNvSpPr>
          <p:nvPr>
            <p:ph type="body" sz="quarter" idx="24"/>
          </p:nvPr>
        </p:nvSpPr>
        <p:spPr>
          <a:xfrm>
            <a:off x="5264943" y="5811734"/>
            <a:ext cx="7227887" cy="1278904"/>
          </a:xfrm>
          <a:prstGeom prst="rect">
            <a:avLst/>
          </a:prstGeom>
        </p:spPr>
        <p:txBody>
          <a:bodyPr/>
          <a:lstStyle>
            <a:lvl1pPr marL="214313" marR="0" indent="-214313" algn="l" defTabSz="685800" rtl="0" eaLnBrk="1" fontAlgn="auto" latinLnBrk="0" hangingPunct="1">
              <a:lnSpc>
                <a:spcPts val="1575"/>
              </a:lnSpc>
              <a:spcBef>
                <a:spcPct val="0"/>
              </a:spcBef>
              <a:spcAft>
                <a:spcPts val="1125"/>
              </a:spcAft>
              <a:buClrTx/>
              <a:buSzPct val="80000"/>
              <a:buFontTx/>
              <a:buBlip>
                <a:blip r:embed="rId22">
                  <a:extLst>
                    <a:ext uri="{96DAC541-7B7A-43D3-8B79-37D633B846F1}">
                      <asvg:svgBlip xmlns:asvg="http://schemas.microsoft.com/office/drawing/2016/SVG/main" r:embed="rId23"/>
                    </a:ext>
                  </a:extLst>
                </a:blip>
              </a:buBlip>
              <a:defRPr lang="en-US" sz="1125" kern="1200">
                <a:solidFill>
                  <a:srgbClr val="2C2C2C"/>
                </a:solidFill>
                <a:latin typeface="Century Gothic" panose="020b0502020202020204" pitchFamily="34" charset="0"/>
                <a:ea typeface="Century Gothic" panose="020b0502020202020204" pitchFamily="34" charset="0"/>
                <a:cs typeface="Arial" pitchFamily="34" charset="0"/>
              </a:defRPr>
            </a:lvl1pPr>
            <a:lvl2pPr>
              <a:defRPr lang="en-US" sz="1406" kern="1200" smtClean="0">
                <a:solidFill>
                  <a:srgbClr val="FFFFFF"/>
                </a:solidFill>
                <a:latin typeface="Poppins SemiBold" pitchFamily="34" charset="0"/>
                <a:ea typeface="Poppins SemiBold" pitchFamily="34" charset="-122"/>
                <a:cs typeface="Poppins SemiBold" pitchFamily="34" charset="-120"/>
              </a:defRPr>
            </a:lvl2pPr>
            <a:lvl3pPr>
              <a:defRPr lang="en-US" sz="1406" kern="1200" smtClean="0">
                <a:solidFill>
                  <a:srgbClr val="FFFFFF"/>
                </a:solidFill>
                <a:latin typeface="Poppins SemiBold" pitchFamily="34" charset="0"/>
                <a:ea typeface="Poppins SemiBold" pitchFamily="34" charset="-122"/>
                <a:cs typeface="Poppins SemiBold" pitchFamily="34" charset="-120"/>
              </a:defRPr>
            </a:lvl3pPr>
            <a:lvl4pPr>
              <a:defRPr lang="en-US" sz="1406" kern="1200" smtClean="0">
                <a:solidFill>
                  <a:srgbClr val="FFFFFF"/>
                </a:solidFill>
                <a:latin typeface="Poppins SemiBold" pitchFamily="34" charset="0"/>
                <a:ea typeface="Poppins SemiBold" pitchFamily="34" charset="-122"/>
                <a:cs typeface="Poppins SemiBold" pitchFamily="34" charset="-120"/>
              </a:defRPr>
            </a:lvl4pPr>
            <a:lvl5pPr>
              <a:defRPr lang="en-US" sz="1406" kern="1200">
                <a:solidFill>
                  <a:srgbClr val="FFFFFF"/>
                </a:solidFill>
                <a:latin typeface="Poppins SemiBold" pitchFamily="34" charset="0"/>
                <a:ea typeface="Poppins SemiBold" pitchFamily="34" charset="-122"/>
                <a:cs typeface="Poppins SemiBold" pitchFamily="34" charset="-120"/>
              </a:defRPr>
            </a:lvl5pPr>
          </a:lstStyle>
          <a:p>
            <a:pPr lvl="0"/>
            <a:r>
              <a:rPr lang="en-US"/>
              <a:t>Click to edit Master text styles</a:t>
            </a:r>
          </a:p>
          <a:p>
            <a:pPr marL="214313" marR="0" lvl="0" indent="-214313" algn="l" defTabSz="685800" rtl="0" eaLnBrk="1" fontAlgn="auto" latinLnBrk="0" hangingPunct="1">
              <a:lnSpc>
                <a:spcPts val="1575"/>
              </a:lnSpc>
              <a:spcBef>
                <a:spcPct val="0"/>
              </a:spcBef>
              <a:spcAft>
                <a:spcPts val="1125"/>
              </a:spcAft>
              <a:buClrTx/>
              <a:buSzPct val="80000"/>
              <a:buFontTx/>
              <a:buBlip>
                <a:blip r:embed="rId22">
                  <a:extLst>
                    <a:ext uri="{96DAC541-7B7A-43D3-8B79-37D633B846F1}">
                      <asvg:svgBlip xmlns:asvg="http://schemas.microsoft.com/office/drawing/2016/SVG/main" r:embed="rId23"/>
                    </a:ext>
                  </a:extLst>
                </a:blip>
              </a:buBlip>
              <a:defRPr/>
            </a:pPr>
            <a:r>
              <a:rPr lang="en-US"/>
              <a:t>Click to edit Master text styles</a:t>
            </a:r>
          </a:p>
          <a:p>
            <a:pPr marL="214313" marR="0" lvl="0" indent="-214313" algn="l" defTabSz="685800" rtl="0" eaLnBrk="1" fontAlgn="auto" latinLnBrk="0" hangingPunct="1">
              <a:lnSpc>
                <a:spcPts val="1575"/>
              </a:lnSpc>
              <a:spcBef>
                <a:spcPct val="0"/>
              </a:spcBef>
              <a:spcAft>
                <a:spcPts val="1125"/>
              </a:spcAft>
              <a:buClrTx/>
              <a:buSzPct val="80000"/>
              <a:buFontTx/>
              <a:buBlip>
                <a:blip r:embed="rId22">
                  <a:extLst>
                    <a:ext uri="{96DAC541-7B7A-43D3-8B79-37D633B846F1}">
                      <asvg:svgBlip xmlns:asvg="http://schemas.microsoft.com/office/drawing/2016/SVG/main" r:embed="rId23"/>
                    </a:ext>
                  </a:extLst>
                </a:blip>
              </a:buBlip>
              <a:defRPr/>
            </a:pPr>
            <a:r>
              <a:rPr lang="en-US"/>
              <a:t>Click to edit Master text styles</a:t>
            </a:r>
          </a:p>
        </p:txBody>
      </p:sp>
      <p:sp>
        <p:nvSpPr>
          <p:cNvPr id="78" name="Text Placeholder 5">
            <a:extLst>
              <a:ext uri="{FF2B5EF4-FFF2-40B4-BE49-F238E27FC236}">
                <a16:creationId xmlns:a16="http://schemas.microsoft.com/office/drawing/2014/main" id="{E69A4DC0-9E10-4BCF-A28E-C945CDE451B8}"/>
              </a:ext>
            </a:extLst>
          </p:cNvPr>
          <p:cNvSpPr>
            <a:spLocks noGrp="1"/>
          </p:cNvSpPr>
          <p:nvPr>
            <p:ph type="body" sz="quarter" idx="25"/>
          </p:nvPr>
        </p:nvSpPr>
        <p:spPr>
          <a:xfrm>
            <a:off x="5264943" y="7804876"/>
            <a:ext cx="7227887" cy="1278904"/>
          </a:xfrm>
          <a:prstGeom prst="rect">
            <a:avLst/>
          </a:prstGeom>
        </p:spPr>
        <p:txBody>
          <a:bodyPr/>
          <a:lstStyle>
            <a:lvl1pPr marL="214313" marR="0" indent="-214313" algn="l" defTabSz="685800" rtl="0" eaLnBrk="1" fontAlgn="auto" latinLnBrk="0" hangingPunct="1">
              <a:lnSpc>
                <a:spcPts val="1575"/>
              </a:lnSpc>
              <a:spcBef>
                <a:spcPct val="0"/>
              </a:spcBef>
              <a:spcAft>
                <a:spcPts val="1125"/>
              </a:spcAft>
              <a:buClrTx/>
              <a:buSzPct val="80000"/>
              <a:buFontTx/>
              <a:buBlip>
                <a:blip r:embed="rId22">
                  <a:extLst>
                    <a:ext uri="{96DAC541-7B7A-43D3-8B79-37D633B846F1}">
                      <asvg:svgBlip xmlns:asvg="http://schemas.microsoft.com/office/drawing/2016/SVG/main" r:embed="rId23"/>
                    </a:ext>
                  </a:extLst>
                </a:blip>
              </a:buBlip>
              <a:defRPr lang="en-US" sz="1125" kern="1200">
                <a:solidFill>
                  <a:srgbClr val="2C2C2C"/>
                </a:solidFill>
                <a:latin typeface="Century Gothic" panose="020b0502020202020204" pitchFamily="34" charset="0"/>
                <a:ea typeface="Century Gothic" panose="020b0502020202020204" pitchFamily="34" charset="0"/>
                <a:cs typeface="Arial" pitchFamily="34" charset="0"/>
              </a:defRPr>
            </a:lvl1pPr>
            <a:lvl2pPr>
              <a:defRPr lang="en-US" sz="1406" kern="1200" smtClean="0">
                <a:solidFill>
                  <a:srgbClr val="FFFFFF"/>
                </a:solidFill>
                <a:latin typeface="Poppins SemiBold" pitchFamily="34" charset="0"/>
                <a:ea typeface="Poppins SemiBold" pitchFamily="34" charset="-122"/>
                <a:cs typeface="Poppins SemiBold" pitchFamily="34" charset="-120"/>
              </a:defRPr>
            </a:lvl2pPr>
            <a:lvl3pPr>
              <a:defRPr lang="en-US" sz="1406" kern="1200" smtClean="0">
                <a:solidFill>
                  <a:srgbClr val="FFFFFF"/>
                </a:solidFill>
                <a:latin typeface="Poppins SemiBold" pitchFamily="34" charset="0"/>
                <a:ea typeface="Poppins SemiBold" pitchFamily="34" charset="-122"/>
                <a:cs typeface="Poppins SemiBold" pitchFamily="34" charset="-120"/>
              </a:defRPr>
            </a:lvl3pPr>
            <a:lvl4pPr>
              <a:defRPr lang="en-US" sz="1406" kern="1200" smtClean="0">
                <a:solidFill>
                  <a:srgbClr val="FFFFFF"/>
                </a:solidFill>
                <a:latin typeface="Poppins SemiBold" pitchFamily="34" charset="0"/>
                <a:ea typeface="Poppins SemiBold" pitchFamily="34" charset="-122"/>
                <a:cs typeface="Poppins SemiBold" pitchFamily="34" charset="-120"/>
              </a:defRPr>
            </a:lvl4pPr>
            <a:lvl5pPr>
              <a:defRPr lang="en-US" sz="1406" kern="1200">
                <a:solidFill>
                  <a:srgbClr val="FFFFFF"/>
                </a:solidFill>
                <a:latin typeface="Poppins SemiBold" pitchFamily="34" charset="0"/>
                <a:ea typeface="Poppins SemiBold" pitchFamily="34" charset="-122"/>
                <a:cs typeface="Poppins SemiBold" pitchFamily="34" charset="-120"/>
              </a:defRPr>
            </a:lvl5pPr>
          </a:lstStyle>
          <a:p>
            <a:pPr lvl="0"/>
            <a:r>
              <a:rPr lang="en-US"/>
              <a:t>Click to edit Master text styles</a:t>
            </a:r>
          </a:p>
          <a:p>
            <a:pPr marL="214313" marR="0" lvl="0" indent="-214313" algn="l" defTabSz="685800" rtl="0" eaLnBrk="1" fontAlgn="auto" latinLnBrk="0" hangingPunct="1">
              <a:lnSpc>
                <a:spcPts val="1575"/>
              </a:lnSpc>
              <a:spcBef>
                <a:spcPct val="0"/>
              </a:spcBef>
              <a:spcAft>
                <a:spcPts val="1125"/>
              </a:spcAft>
              <a:buClrTx/>
              <a:buSzPct val="80000"/>
              <a:buFontTx/>
              <a:buBlip>
                <a:blip r:embed="rId22">
                  <a:extLst>
                    <a:ext uri="{96DAC541-7B7A-43D3-8B79-37D633B846F1}">
                      <asvg:svgBlip xmlns:asvg="http://schemas.microsoft.com/office/drawing/2016/SVG/main" r:embed="rId23"/>
                    </a:ext>
                  </a:extLst>
                </a:blip>
              </a:buBlip>
              <a:defRPr/>
            </a:pPr>
            <a:r>
              <a:rPr lang="en-US"/>
              <a:t>Click to edit Master text styles</a:t>
            </a:r>
          </a:p>
          <a:p>
            <a:pPr marL="214313" marR="0" lvl="0" indent="-214313" algn="l" defTabSz="685800" rtl="0" eaLnBrk="1" fontAlgn="auto" latinLnBrk="0" hangingPunct="1">
              <a:lnSpc>
                <a:spcPts val="1575"/>
              </a:lnSpc>
              <a:spcBef>
                <a:spcPct val="0"/>
              </a:spcBef>
              <a:spcAft>
                <a:spcPts val="1125"/>
              </a:spcAft>
              <a:buClrTx/>
              <a:buSzPct val="80000"/>
              <a:buFontTx/>
              <a:buBlip>
                <a:blip r:embed="rId22">
                  <a:extLst>
                    <a:ext uri="{96DAC541-7B7A-43D3-8B79-37D633B846F1}">
                      <asvg:svgBlip xmlns:asvg="http://schemas.microsoft.com/office/drawing/2016/SVG/main" r:embed="rId23"/>
                    </a:ext>
                  </a:extLst>
                </a:blip>
              </a:buBlip>
              <a:defRPr/>
            </a:pPr>
            <a:r>
              <a:rPr lang="en-US"/>
              <a:t>Click to edit Master text styles</a:t>
            </a:r>
          </a:p>
        </p:txBody>
      </p:sp>
      <p:sp>
        <p:nvSpPr>
          <p:cNvPr id="80" name="Title 19">
            <a:extLst>
              <a:ext uri="{FF2B5EF4-FFF2-40B4-BE49-F238E27FC236}">
                <a16:creationId xmlns:a16="http://schemas.microsoft.com/office/drawing/2014/main" id="{7A83A425-0873-441A-806D-699E6EB685A5}"/>
              </a:ext>
            </a:extLst>
          </p:cNvPr>
          <p:cNvSpPr>
            <a:spLocks noGrp="1"/>
          </p:cNvSpPr>
          <p:nvPr>
            <p:ph type="title"/>
          </p:nvPr>
        </p:nvSpPr>
        <p:spPr>
          <a:xfrm>
            <a:off x="628650" y="634637"/>
            <a:ext cx="11830050" cy="609600"/>
          </a:xfrm>
          <a:prstGeom prst="rect">
            <a:avLst/>
          </a:prstGeom>
        </p:spPr>
        <p:txBody>
          <a:bodyPr vert="horz"/>
          <a:lstStyle>
            <a:lvl1pPr algn="l">
              <a:defRPr lang="en-US" sz="2531" b="1" kern="1200">
                <a:solidFill>
                  <a:srgbClr val="2C2C2C"/>
                </a:solidFill>
                <a:latin typeface="Century Gothic" panose="020b0502020202020204" pitchFamily="34" charset="0"/>
                <a:ea typeface="Century Gothic" panose="020b0502020202020204" pitchFamily="34" charset="0"/>
                <a:cs typeface="Poppins SemiBold" pitchFamily="34" charset="-120"/>
              </a:defRPr>
            </a:lvl1pPr>
          </a:lstStyle>
          <a:p>
            <a:r>
              <a:rPr lang="en-US"/>
              <a:t>Click to edit Master title style</a:t>
            </a:r>
          </a:p>
        </p:txBody>
      </p:sp>
      <p:sp>
        <p:nvSpPr>
          <p:cNvPr id="81" name="Footer Placeholder" title=""/>
          <p:cNvSpPr txBox="1">
            <a:spLocks noGrp="1"/>
          </p:cNvSpPr>
          <p:nvPr>
            <p:ph type="ftr" sz="quarter" idx="3"/>
          </p:nvPr>
        </p:nvSpPr>
        <p:spPr/>
        <p:txBody>
          <a:bodyPr vert="horz" lIns="91440" tIns="45720" rIns="91440" bIns="45720" rtlCol="0" anchor="ctr"/>
          <a:lstStyle>
            <a:lvl1pPr algn="ctr">
              <a:defRPr sz="1200">
                <a:solidFill>
                  <a:schemeClr val="tx1">
                    <a:tint val="75000"/>
                  </a:schemeClr>
                </a:solidFill>
              </a:defRPr>
            </a:lvl1pPr>
          </a:lstStyle>
          <a:p>
            <a:r>
              <a:rPr lang="en-US"/>
              <a:t>Confidential - Customer Success Analysis</a:t>
            </a:r>
          </a:p>
        </p:txBody>
      </p:sp>
    </p:spTree>
    <p:extLst>
      <p:ext uri="{BB962C8B-B14F-4D97-AF65-F5344CB8AC3E}">
        <p14:creationId val="819512819"/>
      </p:ext>
    </p:extLst>
  </p:cSld>
  <p:clrMapOvr>
    <a:masterClrMapping/>
  </p:clrMapOvr>
  <p:transition/>
  <p:timing/>
</p:sldLayout>
</file>

<file path=ppt/slideLayouts/slideLayout21.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reserve="1" userDrawn="1">
  <p:cSld name="9_Custom Layout">
    <p:spTree>
      <p:nvGrpSpPr>
        <p:cNvPr id="1" name=""/>
        <p:cNvGrpSpPr/>
        <p:nvPr/>
      </p:nvGrpSpPr>
      <p:grpSpPr>
        <a:xfrm>
          <a:off x="0" y="0"/>
          <a:ext cx="0" cy="0"/>
        </a:xfrm>
      </p:grpSpPr>
      <p:graphicFrame>
        <p:nvGraphicFramePr>
          <p:cNvPr id="6" name="think-cell data - do not delete" hidden="1">
            <a:extLst>
              <a:ext uri="{FF2B5EF4-FFF2-40B4-BE49-F238E27FC236}">
                <a16:creationId xmlns:a16="http://schemas.microsoft.com/office/drawing/2014/main" id="{908FEEE1-D75F-0BD5-517D-DD29C30A70BA}"/>
              </a:ext>
            </a:extLst>
          </p:cNvPr>
          <p:cNvGraphicFramePr>
            <a:graphicFrameLocks noChangeAspect="1"/>
          </p:cNvGraphicFramePr>
          <p:nvPr userDrawn="1">
            <p:custDataLst>
              <p:tags r:id="rId1"/>
            </p:custDataLst>
            <p:extLst>
              <p:ext uri="{D42A27DB-BD31-4B8C-83A1-F6EECF244321}">
                <p14:modId val="724158819"/>
              </p:ext>
            </p:extLst>
          </p:nvPr>
        </p:nvGraphicFramePr>
        <p:xfrm>
          <a:off x="1191" y="1588"/>
          <a:ext cx="1191" cy="1588"/>
        </p:xfrm>
        <a:graphic>
          <a:graphicData uri="http://schemas.openxmlformats.org/presentationml/2006/ole">
            <mc:AlternateContent>
              <mc:Choice xmlns:v="urn:schemas-microsoft-com:vml" Requires="v">
                <p:oleObj spid="_x0000_s1047" name="think-cell Slide" r:id="rId2" imgW="484" imgH="486" progId="TCLayout.ActiveDocument.1">
                  <p:embed/>
                </p:oleObj>
              </mc:Choice>
              <mc:Fallback>
                <p:oleObj name="think-cell Slide" r:id="rId2" imgW="484" imgH="486" progId="TCLayout.ActiveDocument.1">
                  <p:embed/>
                  <p:pic>
                    <p:nvPicPr>
                      <p:cNvPr id="0" name="OLE substitute image"/>
                      <p:cNvPicPr/>
                      <p:nvPr/>
                    </p:nvPicPr>
                    <p:blipFill>
                      <a:blip r:embed="rId3"/>
                      <a:stretch>
                        <a:fillRect/>
                      </a:stretch>
                    </p:blipFill>
                    <p:spPr>
                      <a:xfrm>
                        <a:off x="1191" y="1588"/>
                        <a:ext cx="1191" cy="1588"/>
                      </a:xfrm>
                      <a:prstGeom prst="rect">
                        <a:avLst/>
                      </a:prstGeom>
                    </p:spPr>
                  </p:pic>
                </p:oleObj>
              </mc:Fallback>
            </mc:AlternateContent>
          </a:graphicData>
        </a:graphic>
      </p:graphicFrame>
      <p:pic>
        <p:nvPicPr>
          <p:cNvPr id="3" name="Picture 2">
            <a:extLst>
              <a:ext uri="{FF2B5EF4-FFF2-40B4-BE49-F238E27FC236}">
                <a16:creationId xmlns:a16="http://schemas.microsoft.com/office/drawing/2014/main" id="{7E21CB59-27BF-42E2-9F67-D18802E55DE1}"/>
              </a:ext>
            </a:extLst>
          </p:cNvPr>
          <p:cNvPicPr>
            <a:picLocks noChangeAspect="1"/>
          </p:cNvPicPr>
          <p:nvPr userDrawn="1"/>
        </p:nvPicPr>
        <p:blipFill>
          <a:blip r:embed="rId4"/>
          <a:stretch>
            <a:fillRect/>
          </a:stretch>
        </p:blipFill>
        <p:spPr>
          <a:xfrm>
            <a:off x="0" y="33752"/>
            <a:ext cx="13716000" cy="10287000"/>
          </a:xfrm>
          <a:prstGeom prst="rect">
            <a:avLst/>
          </a:prstGeom>
        </p:spPr>
      </p:pic>
      <p:pic>
        <p:nvPicPr>
          <p:cNvPr id="91" name="Image 3" descr="preencoded.png">
            <a:extLst>
              <a:ext uri="{FF2B5EF4-FFF2-40B4-BE49-F238E27FC236}">
                <a16:creationId xmlns:a16="http://schemas.microsoft.com/office/drawing/2014/main" id="{3AC70418-8027-46AA-82FE-C7E0A0CF3B91}"/>
              </a:ext>
            </a:extLst>
          </p:cNvPr>
          <p:cNvPicPr>
            <a:picLocks noChangeAspect="1"/>
          </p:cNvPicPr>
          <p:nvPr userDrawn="1"/>
        </p:nvPicPr>
        <p:blipFill>
          <a:blip r:embed="rId5"/>
          <a:stretch>
            <a:fillRect/>
          </a:stretch>
        </p:blipFill>
        <p:spPr>
          <a:xfrm>
            <a:off x="465614" y="1428064"/>
            <a:ext cx="5372100" cy="8410575"/>
          </a:xfrm>
          <a:prstGeom prst="rect">
            <a:avLst/>
          </a:prstGeom>
        </p:spPr>
      </p:pic>
      <p:pic>
        <p:nvPicPr>
          <p:cNvPr id="15" name="Image 4" descr="preencoded.png">
            <a:extLst>
              <a:ext uri="{FF2B5EF4-FFF2-40B4-BE49-F238E27FC236}">
                <a16:creationId xmlns:a16="http://schemas.microsoft.com/office/drawing/2014/main" id="{788C2007-D360-4FFF-9B7E-8E6DDD5166D0}"/>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12982716" y="9701938"/>
            <a:ext cx="733284" cy="585062"/>
          </a:xfrm>
          <a:prstGeom prst="rect">
            <a:avLst/>
          </a:prstGeom>
        </p:spPr>
      </p:pic>
      <p:sp>
        <p:nvSpPr>
          <p:cNvPr id="17" name="Slide Number Placeholder 5">
            <a:extLst>
              <a:ext uri="{FF2B5EF4-FFF2-40B4-BE49-F238E27FC236}">
                <a16:creationId xmlns:a16="http://schemas.microsoft.com/office/drawing/2014/main" id="{9E0DE121-3CF7-4C8C-B9FE-FD9AB53486C0}"/>
              </a:ext>
            </a:extLst>
          </p:cNvPr>
          <p:cNvSpPr>
            <a:spLocks noGrp="1"/>
          </p:cNvSpPr>
          <p:nvPr>
            <p:ph type="sldNum" sz="quarter" idx="13"/>
          </p:nvPr>
        </p:nvSpPr>
        <p:spPr>
          <a:xfrm>
            <a:off x="12982716" y="9806575"/>
            <a:ext cx="733284" cy="378105"/>
          </a:xfrm>
          <a:prstGeom prst="rect">
            <a:avLst/>
          </a:prstGeom>
        </p:spPr>
        <p:txBody>
          <a:bodyPr/>
          <a:lstStyle>
            <a:lvl1pPr marL="0" algn="ctr" defTabSz="914400" rtl="0" eaLnBrk="1" latinLnBrk="0" hangingPunct="1">
              <a:defRPr lang="en-US" sz="1350" kern="1200">
                <a:solidFill>
                  <a:srgbClr val="FFFFFF"/>
                </a:solidFill>
                <a:latin typeface="Century Gothic" panose="020b0502020202020204" pitchFamily="34" charset="0"/>
                <a:ea typeface="Century Gothic" panose="020b0502020202020204" pitchFamily="34" charset="0"/>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3D6C64-01FF-444E-AD84-E895EC95156E}" type="slidenum">
              <a:rPr lang="en-US" smtClean="0"/>
              <a:t>‹#›</a:t>
            </a:fld>
            <a:endParaRPr lang="en-US"/>
          </a:p>
        </p:txBody>
      </p:sp>
      <p:pic>
        <p:nvPicPr>
          <p:cNvPr id="36" name="Image 4" descr="preencoded.png">
            <a:extLst>
              <a:ext uri="{FF2B5EF4-FFF2-40B4-BE49-F238E27FC236}">
                <a16:creationId xmlns:a16="http://schemas.microsoft.com/office/drawing/2014/main" id="{2CE293FB-98C8-4CB7-A34F-60AEA46C8FAD}"/>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1042987" y="7391401"/>
            <a:ext cx="1925405" cy="102775"/>
          </a:xfrm>
          <a:prstGeom prst="rect">
            <a:avLst/>
          </a:prstGeom>
        </p:spPr>
      </p:pic>
      <p:pic>
        <p:nvPicPr>
          <p:cNvPr id="37" name="Image 5" descr="preencoded.png">
            <a:extLst>
              <a:ext uri="{FF2B5EF4-FFF2-40B4-BE49-F238E27FC236}">
                <a16:creationId xmlns:a16="http://schemas.microsoft.com/office/drawing/2014/main" id="{66D99223-77C8-46FE-B1D7-775EE0417F6B}"/>
              </a:ext>
            </a:extLst>
          </p:cNvPr>
          <p:cNvPicPr>
            <a:picLocks noChangeAspect="1"/>
          </p:cNvPicPr>
          <p:nvPr userDrawn="1"/>
        </p:nvPicPr>
        <p:blipFill>
          <a:blip r:embed="rId10">
            <a:extLst>
              <a:ext uri="{96DAC541-7B7A-43D3-8B79-37D633B846F1}">
                <asvg:svgBlip xmlns:asvg="http://schemas.microsoft.com/office/drawing/2016/SVG/main" r:embed="rId11"/>
              </a:ext>
            </a:extLst>
          </a:blip>
          <a:stretch>
            <a:fillRect/>
          </a:stretch>
        </p:blipFill>
        <p:spPr>
          <a:xfrm>
            <a:off x="3421857" y="2162175"/>
            <a:ext cx="9579769" cy="2381250"/>
          </a:xfrm>
          <a:prstGeom prst="rect">
            <a:avLst/>
          </a:prstGeom>
        </p:spPr>
      </p:pic>
      <p:pic>
        <p:nvPicPr>
          <p:cNvPr id="38" name="Image 6" descr="preencoded.png">
            <a:extLst>
              <a:ext uri="{FF2B5EF4-FFF2-40B4-BE49-F238E27FC236}">
                <a16:creationId xmlns:a16="http://schemas.microsoft.com/office/drawing/2014/main" id="{A94BCFE1-F10E-4D6E-A6C2-46746F88ED57}"/>
              </a:ext>
            </a:extLst>
          </p:cNvPr>
          <p:cNvPicPr>
            <a:picLocks noChangeAspect="1"/>
          </p:cNvPicPr>
          <p:nvPr userDrawn="1"/>
        </p:nvPicPr>
        <p:blipFill>
          <a:blip r:embed="rId12">
            <a:extLst>
              <a:ext uri="{96DAC541-7B7A-43D3-8B79-37D633B846F1}">
                <asvg:svgBlip xmlns:asvg="http://schemas.microsoft.com/office/drawing/2016/SVG/main" r:embed="rId13"/>
              </a:ext>
            </a:extLst>
          </a:blip>
          <a:stretch>
            <a:fillRect/>
          </a:stretch>
        </p:blipFill>
        <p:spPr>
          <a:xfrm>
            <a:off x="3421857" y="4724400"/>
            <a:ext cx="9579769" cy="3924300"/>
          </a:xfrm>
          <a:prstGeom prst="rect">
            <a:avLst/>
          </a:prstGeom>
        </p:spPr>
      </p:pic>
      <p:pic>
        <p:nvPicPr>
          <p:cNvPr id="39" name="Image 7" descr="preencoded.png">
            <a:extLst>
              <a:ext uri="{FF2B5EF4-FFF2-40B4-BE49-F238E27FC236}">
                <a16:creationId xmlns:a16="http://schemas.microsoft.com/office/drawing/2014/main" id="{56F05944-B5F4-40AD-92AE-3B3402BFD350}"/>
              </a:ext>
            </a:extLst>
          </p:cNvPr>
          <p:cNvPicPr>
            <a:picLocks noChangeAspect="1"/>
          </p:cNvPicPr>
          <p:nvPr userDrawn="1"/>
        </p:nvPicPr>
        <p:blipFill>
          <a:blip r:embed="rId14">
            <a:extLst>
              <a:ext uri="{96DAC541-7B7A-43D3-8B79-37D633B846F1}">
                <asvg:svgBlip xmlns:asvg="http://schemas.microsoft.com/office/drawing/2016/SVG/main" r:embed="rId15"/>
              </a:ext>
            </a:extLst>
          </a:blip>
          <a:stretch>
            <a:fillRect/>
          </a:stretch>
        </p:blipFill>
        <p:spPr>
          <a:xfrm>
            <a:off x="3421856" y="2162175"/>
            <a:ext cx="1628775" cy="2381250"/>
          </a:xfrm>
          <a:prstGeom prst="rect">
            <a:avLst/>
          </a:prstGeom>
        </p:spPr>
      </p:pic>
      <p:pic>
        <p:nvPicPr>
          <p:cNvPr id="40" name="Image 8" descr="preencoded.png">
            <a:extLst>
              <a:ext uri="{FF2B5EF4-FFF2-40B4-BE49-F238E27FC236}">
                <a16:creationId xmlns:a16="http://schemas.microsoft.com/office/drawing/2014/main" id="{D66625EB-0240-4B7D-A75A-D3BDFF221FEF}"/>
              </a:ext>
            </a:extLst>
          </p:cNvPr>
          <p:cNvPicPr>
            <a:picLocks noChangeAspect="1"/>
          </p:cNvPicPr>
          <p:nvPr userDrawn="1"/>
        </p:nvPicPr>
        <p:blipFill>
          <a:blip r:embed="rId16">
            <a:extLst>
              <a:ext uri="{96DAC541-7B7A-43D3-8B79-37D633B846F1}">
                <asvg:svgBlip xmlns:asvg="http://schemas.microsoft.com/office/drawing/2016/SVG/main" r:embed="rId17"/>
              </a:ext>
            </a:extLst>
          </a:blip>
          <a:stretch>
            <a:fillRect/>
          </a:stretch>
        </p:blipFill>
        <p:spPr>
          <a:xfrm>
            <a:off x="3421856" y="4724400"/>
            <a:ext cx="1628775" cy="3924300"/>
          </a:xfrm>
          <a:prstGeom prst="rect">
            <a:avLst/>
          </a:prstGeom>
        </p:spPr>
      </p:pic>
      <p:pic>
        <p:nvPicPr>
          <p:cNvPr id="41" name="Image 9" descr="preencoded.png">
            <a:extLst>
              <a:ext uri="{FF2B5EF4-FFF2-40B4-BE49-F238E27FC236}">
                <a16:creationId xmlns:a16="http://schemas.microsoft.com/office/drawing/2014/main" id="{038DD375-62B5-490D-9907-81B3A2FA2446}"/>
              </a:ext>
            </a:extLst>
          </p:cNvPr>
          <p:cNvPicPr>
            <a:picLocks noChangeAspect="1"/>
          </p:cNvPicPr>
          <p:nvPr userDrawn="1"/>
        </p:nvPicPr>
        <p:blipFill>
          <a:blip r:embed="rId18">
            <a:extLst>
              <a:ext uri="{96DAC541-7B7A-43D3-8B79-37D633B846F1}">
                <asvg:svgBlip xmlns:asvg="http://schemas.microsoft.com/office/drawing/2016/SVG/main" r:embed="rId19"/>
              </a:ext>
            </a:extLst>
          </a:blip>
          <a:stretch>
            <a:fillRect/>
          </a:stretch>
        </p:blipFill>
        <p:spPr>
          <a:xfrm>
            <a:off x="1007269" y="3181350"/>
            <a:ext cx="628650" cy="838200"/>
          </a:xfrm>
          <a:prstGeom prst="rect">
            <a:avLst/>
          </a:prstGeom>
        </p:spPr>
      </p:pic>
      <p:pic>
        <p:nvPicPr>
          <p:cNvPr id="46" name="Image 14" descr="preencoded.png">
            <a:extLst>
              <a:ext uri="{FF2B5EF4-FFF2-40B4-BE49-F238E27FC236}">
                <a16:creationId xmlns:a16="http://schemas.microsoft.com/office/drawing/2014/main" id="{240544B4-13C0-4478-A223-2C35C507BF90}"/>
              </a:ext>
            </a:extLst>
          </p:cNvPr>
          <p:cNvPicPr>
            <a:picLocks noChangeAspect="1"/>
          </p:cNvPicPr>
          <p:nvPr userDrawn="1"/>
        </p:nvPicPr>
        <p:blipFill>
          <a:blip r:embed="rId20">
            <a:extLst>
              <a:ext uri="{96DAC541-7B7A-43D3-8B79-37D633B846F1}">
                <asvg:svgBlip xmlns:asvg="http://schemas.microsoft.com/office/drawing/2016/SVG/main" r:embed="rId21"/>
              </a:ext>
            </a:extLst>
          </a:blip>
          <a:stretch>
            <a:fillRect/>
          </a:stretch>
        </p:blipFill>
        <p:spPr>
          <a:xfrm>
            <a:off x="3421856" y="2162175"/>
            <a:ext cx="57150" cy="2381250"/>
          </a:xfrm>
          <a:prstGeom prst="rect">
            <a:avLst/>
          </a:prstGeom>
        </p:spPr>
      </p:pic>
      <p:pic>
        <p:nvPicPr>
          <p:cNvPr id="47" name="Image 15" descr="preencoded.png">
            <a:extLst>
              <a:ext uri="{FF2B5EF4-FFF2-40B4-BE49-F238E27FC236}">
                <a16:creationId xmlns:a16="http://schemas.microsoft.com/office/drawing/2014/main" id="{60FD810D-A840-4EBE-AD93-AF8AFECAB734}"/>
              </a:ext>
            </a:extLst>
          </p:cNvPr>
          <p:cNvPicPr>
            <a:picLocks noChangeAspect="1"/>
          </p:cNvPicPr>
          <p:nvPr userDrawn="1"/>
        </p:nvPicPr>
        <p:blipFill>
          <a:blip r:embed="rId22">
            <a:extLst>
              <a:ext uri="{96DAC541-7B7A-43D3-8B79-37D633B846F1}">
                <asvg:svgBlip xmlns:asvg="http://schemas.microsoft.com/office/drawing/2016/SVG/main" r:embed="rId23"/>
              </a:ext>
            </a:extLst>
          </a:blip>
          <a:stretch>
            <a:fillRect/>
          </a:stretch>
        </p:blipFill>
        <p:spPr>
          <a:xfrm>
            <a:off x="3421856" y="4724400"/>
            <a:ext cx="57150" cy="3924300"/>
          </a:xfrm>
          <a:prstGeom prst="rect">
            <a:avLst/>
          </a:prstGeom>
        </p:spPr>
      </p:pic>
      <p:pic>
        <p:nvPicPr>
          <p:cNvPr id="48" name="Image 16" descr="preencoded.png">
            <a:extLst>
              <a:ext uri="{FF2B5EF4-FFF2-40B4-BE49-F238E27FC236}">
                <a16:creationId xmlns:a16="http://schemas.microsoft.com/office/drawing/2014/main" id="{2871211B-2698-47CD-8FE3-39F6013CA008}"/>
              </a:ext>
            </a:extLst>
          </p:cNvPr>
          <p:cNvPicPr>
            <a:picLocks noChangeAspect="1"/>
          </p:cNvPicPr>
          <p:nvPr userDrawn="1"/>
        </p:nvPicPr>
        <p:blipFill>
          <a:blip r:embed="rId24">
            <a:extLst>
              <a:ext uri="{96DAC541-7B7A-43D3-8B79-37D633B846F1}">
                <asvg:svgBlip xmlns:asvg="http://schemas.microsoft.com/office/drawing/2016/SVG/main" r:embed="rId25"/>
              </a:ext>
            </a:extLst>
          </a:blip>
          <a:stretch>
            <a:fillRect/>
          </a:stretch>
        </p:blipFill>
        <p:spPr>
          <a:xfrm>
            <a:off x="1210651" y="3433474"/>
            <a:ext cx="246674" cy="328910"/>
          </a:xfrm>
          <a:prstGeom prst="rect">
            <a:avLst/>
          </a:prstGeom>
        </p:spPr>
      </p:pic>
      <p:sp>
        <p:nvSpPr>
          <p:cNvPr id="76" name="Text Placeholder 5">
            <a:extLst>
              <a:ext uri="{FF2B5EF4-FFF2-40B4-BE49-F238E27FC236}">
                <a16:creationId xmlns:a16="http://schemas.microsoft.com/office/drawing/2014/main" id="{BAC52AE1-C095-4C3C-9109-335AA6B3FC88}"/>
              </a:ext>
            </a:extLst>
          </p:cNvPr>
          <p:cNvSpPr>
            <a:spLocks noGrp="1"/>
          </p:cNvSpPr>
          <p:nvPr>
            <p:ph type="body" sz="quarter" idx="14"/>
          </p:nvPr>
        </p:nvSpPr>
        <p:spPr>
          <a:xfrm>
            <a:off x="916782" y="4313672"/>
            <a:ext cx="2233613" cy="2508228"/>
          </a:xfrm>
          <a:prstGeom prst="rect">
            <a:avLst/>
          </a:prstGeom>
        </p:spPr>
        <p:txBody>
          <a:bodyPr/>
          <a:lstStyle>
            <a:lvl1pPr marL="0" indent="0">
              <a:lnSpc>
                <a:spcPts val="1969"/>
              </a:lnSpc>
              <a:spcBef>
                <a:spcPct val="0"/>
              </a:spcBef>
              <a:buNone/>
              <a:defRPr lang="en-US" sz="1406" b="1" kern="1200" smtClean="0">
                <a:solidFill>
                  <a:srgbClr val="FFFFFF"/>
                </a:solidFill>
                <a:latin typeface="Century Gothic" panose="020b0502020202020204" pitchFamily="34" charset="0"/>
                <a:ea typeface="Century Gothic" panose="020b0502020202020204" pitchFamily="34" charset="0"/>
                <a:cs typeface="Poppins SemiBold" pitchFamily="34" charset="-120"/>
              </a:defRPr>
            </a:lvl1pPr>
            <a:lvl2pPr>
              <a:defRPr lang="en-US" sz="1406" kern="1200" smtClean="0">
                <a:solidFill>
                  <a:srgbClr val="FFFFFF"/>
                </a:solidFill>
                <a:latin typeface="Poppins SemiBold" pitchFamily="34" charset="0"/>
                <a:ea typeface="Poppins SemiBold" pitchFamily="34" charset="-122"/>
                <a:cs typeface="Poppins SemiBold" pitchFamily="34" charset="-120"/>
              </a:defRPr>
            </a:lvl2pPr>
            <a:lvl3pPr>
              <a:defRPr lang="en-US" sz="1406" kern="1200" smtClean="0">
                <a:solidFill>
                  <a:srgbClr val="FFFFFF"/>
                </a:solidFill>
                <a:latin typeface="Poppins SemiBold" pitchFamily="34" charset="0"/>
                <a:ea typeface="Poppins SemiBold" pitchFamily="34" charset="-122"/>
                <a:cs typeface="Poppins SemiBold" pitchFamily="34" charset="-120"/>
              </a:defRPr>
            </a:lvl3pPr>
            <a:lvl4pPr>
              <a:defRPr lang="en-US" sz="1406" kern="1200" smtClean="0">
                <a:solidFill>
                  <a:srgbClr val="FFFFFF"/>
                </a:solidFill>
                <a:latin typeface="Poppins SemiBold" pitchFamily="34" charset="0"/>
                <a:ea typeface="Poppins SemiBold" pitchFamily="34" charset="-122"/>
                <a:cs typeface="Poppins SemiBold" pitchFamily="34" charset="-120"/>
              </a:defRPr>
            </a:lvl4pPr>
            <a:lvl5pPr>
              <a:defRPr lang="en-US" sz="1406" kern="1200">
                <a:solidFill>
                  <a:srgbClr val="FFFFFF"/>
                </a:solidFill>
                <a:latin typeface="Poppins SemiBold" pitchFamily="34" charset="0"/>
                <a:ea typeface="Poppins SemiBold" pitchFamily="34" charset="-122"/>
                <a:cs typeface="Poppins SemiBold" pitchFamily="34" charset="-120"/>
              </a:defRPr>
            </a:lvl5pPr>
          </a:lstStyle>
          <a:p>
            <a:pPr lvl="0"/>
            <a:r>
              <a:rPr lang="en-US"/>
              <a:t>Click to edit Master text styles</a:t>
            </a:r>
          </a:p>
        </p:txBody>
      </p:sp>
      <p:sp>
        <p:nvSpPr>
          <p:cNvPr id="81" name="Text Placeholder 5">
            <a:extLst>
              <a:ext uri="{FF2B5EF4-FFF2-40B4-BE49-F238E27FC236}">
                <a16:creationId xmlns:a16="http://schemas.microsoft.com/office/drawing/2014/main" id="{F91A34D2-EF78-4D15-A314-CAC02D7A7819}"/>
              </a:ext>
            </a:extLst>
          </p:cNvPr>
          <p:cNvSpPr>
            <a:spLocks noGrp="1"/>
          </p:cNvSpPr>
          <p:nvPr>
            <p:ph type="body" sz="quarter" idx="15"/>
          </p:nvPr>
        </p:nvSpPr>
        <p:spPr>
          <a:xfrm>
            <a:off x="3611166" y="2801218"/>
            <a:ext cx="1278731" cy="1045729"/>
          </a:xfrm>
          <a:prstGeom prst="rect">
            <a:avLst/>
          </a:prstGeom>
        </p:spPr>
        <p:txBody>
          <a:bodyPr/>
          <a:lstStyle>
            <a:lvl1pPr marL="0" indent="0">
              <a:lnSpc>
                <a:spcPts val="1890"/>
              </a:lnSpc>
              <a:spcBef>
                <a:spcPct val="0"/>
              </a:spcBef>
              <a:spcAft>
                <a:spcPts val="1125"/>
              </a:spcAft>
              <a:buNone/>
              <a:defRPr lang="en-US" sz="1350" b="1" kern="1200">
                <a:solidFill>
                  <a:srgbClr val="204852"/>
                </a:solidFill>
                <a:latin typeface="Century Gothic" panose="020b0502020202020204" pitchFamily="34" charset="0"/>
                <a:ea typeface="Century Gothic" panose="020b0502020202020204" pitchFamily="34" charset="0"/>
                <a:cs typeface="Poppins SemiBold" pitchFamily="34" charset="-120"/>
              </a:defRPr>
            </a:lvl1pPr>
            <a:lvl2pPr>
              <a:defRPr lang="en-US" sz="1406" kern="1200" smtClean="0">
                <a:solidFill>
                  <a:srgbClr val="FFFFFF"/>
                </a:solidFill>
                <a:latin typeface="Poppins SemiBold" pitchFamily="34" charset="0"/>
                <a:ea typeface="Poppins SemiBold" pitchFamily="34" charset="-122"/>
                <a:cs typeface="Poppins SemiBold" pitchFamily="34" charset="-120"/>
              </a:defRPr>
            </a:lvl2pPr>
            <a:lvl3pPr>
              <a:defRPr lang="en-US" sz="1406" kern="1200" smtClean="0">
                <a:solidFill>
                  <a:srgbClr val="FFFFFF"/>
                </a:solidFill>
                <a:latin typeface="Poppins SemiBold" pitchFamily="34" charset="0"/>
                <a:ea typeface="Poppins SemiBold" pitchFamily="34" charset="-122"/>
                <a:cs typeface="Poppins SemiBold" pitchFamily="34" charset="-120"/>
              </a:defRPr>
            </a:lvl3pPr>
            <a:lvl4pPr>
              <a:defRPr lang="en-US" sz="1406" kern="1200" smtClean="0">
                <a:solidFill>
                  <a:srgbClr val="FFFFFF"/>
                </a:solidFill>
                <a:latin typeface="Poppins SemiBold" pitchFamily="34" charset="0"/>
                <a:ea typeface="Poppins SemiBold" pitchFamily="34" charset="-122"/>
                <a:cs typeface="Poppins SemiBold" pitchFamily="34" charset="-120"/>
              </a:defRPr>
            </a:lvl4pPr>
            <a:lvl5pPr>
              <a:defRPr lang="en-US" sz="1406" kern="1200">
                <a:solidFill>
                  <a:srgbClr val="FFFFFF"/>
                </a:solidFill>
                <a:latin typeface="Poppins SemiBold" pitchFamily="34" charset="0"/>
                <a:ea typeface="Poppins SemiBold" pitchFamily="34" charset="-122"/>
                <a:cs typeface="Poppins SemiBold" pitchFamily="34" charset="-120"/>
              </a:defRPr>
            </a:lvl5pPr>
          </a:lstStyle>
          <a:p>
            <a:pPr lvl="0"/>
            <a:r>
              <a:rPr lang="en-US"/>
              <a:t>Click to edit Master text styles</a:t>
            </a:r>
          </a:p>
        </p:txBody>
      </p:sp>
      <p:sp>
        <p:nvSpPr>
          <p:cNvPr id="82" name="Text Placeholder 5">
            <a:extLst>
              <a:ext uri="{FF2B5EF4-FFF2-40B4-BE49-F238E27FC236}">
                <a16:creationId xmlns:a16="http://schemas.microsoft.com/office/drawing/2014/main" id="{BB32B195-0744-4506-9E48-440BBBFE5B1A}"/>
              </a:ext>
            </a:extLst>
          </p:cNvPr>
          <p:cNvSpPr>
            <a:spLocks noGrp="1"/>
          </p:cNvSpPr>
          <p:nvPr>
            <p:ph type="body" sz="quarter" idx="16"/>
          </p:nvPr>
        </p:nvSpPr>
        <p:spPr>
          <a:xfrm>
            <a:off x="3611166" y="6163686"/>
            <a:ext cx="1278731" cy="1045729"/>
          </a:xfrm>
          <a:prstGeom prst="rect">
            <a:avLst/>
          </a:prstGeom>
        </p:spPr>
        <p:txBody>
          <a:bodyPr/>
          <a:lstStyle>
            <a:lvl1pPr marL="0" indent="0">
              <a:lnSpc>
                <a:spcPts val="1890"/>
              </a:lnSpc>
              <a:spcBef>
                <a:spcPct val="0"/>
              </a:spcBef>
              <a:spcAft>
                <a:spcPts val="1125"/>
              </a:spcAft>
              <a:buNone/>
              <a:defRPr lang="en-US" sz="1350" b="1" kern="1200">
                <a:solidFill>
                  <a:srgbClr val="204852"/>
                </a:solidFill>
                <a:latin typeface="Century Gothic" panose="020b0502020202020204" pitchFamily="34" charset="0"/>
                <a:ea typeface="Century Gothic" panose="020b0502020202020204" pitchFamily="34" charset="0"/>
                <a:cs typeface="Poppins SemiBold" pitchFamily="34" charset="-120"/>
              </a:defRPr>
            </a:lvl1pPr>
            <a:lvl2pPr>
              <a:defRPr lang="en-US" sz="1406" kern="1200" smtClean="0">
                <a:solidFill>
                  <a:srgbClr val="FFFFFF"/>
                </a:solidFill>
                <a:latin typeface="Poppins SemiBold" pitchFamily="34" charset="0"/>
                <a:ea typeface="Poppins SemiBold" pitchFamily="34" charset="-122"/>
                <a:cs typeface="Poppins SemiBold" pitchFamily="34" charset="-120"/>
              </a:defRPr>
            </a:lvl2pPr>
            <a:lvl3pPr>
              <a:defRPr lang="en-US" sz="1406" kern="1200" smtClean="0">
                <a:solidFill>
                  <a:srgbClr val="FFFFFF"/>
                </a:solidFill>
                <a:latin typeface="Poppins SemiBold" pitchFamily="34" charset="0"/>
                <a:ea typeface="Poppins SemiBold" pitchFamily="34" charset="-122"/>
                <a:cs typeface="Poppins SemiBold" pitchFamily="34" charset="-120"/>
              </a:defRPr>
            </a:lvl3pPr>
            <a:lvl4pPr>
              <a:defRPr lang="en-US" sz="1406" kern="1200" smtClean="0">
                <a:solidFill>
                  <a:srgbClr val="FFFFFF"/>
                </a:solidFill>
                <a:latin typeface="Poppins SemiBold" pitchFamily="34" charset="0"/>
                <a:ea typeface="Poppins SemiBold" pitchFamily="34" charset="-122"/>
                <a:cs typeface="Poppins SemiBold" pitchFamily="34" charset="-120"/>
              </a:defRPr>
            </a:lvl4pPr>
            <a:lvl5pPr>
              <a:defRPr lang="en-US" sz="1406" kern="1200">
                <a:solidFill>
                  <a:srgbClr val="FFFFFF"/>
                </a:solidFill>
                <a:latin typeface="Poppins SemiBold" pitchFamily="34" charset="0"/>
                <a:ea typeface="Poppins SemiBold" pitchFamily="34" charset="-122"/>
                <a:cs typeface="Poppins SemiBold" pitchFamily="34" charset="-120"/>
              </a:defRPr>
            </a:lvl5pPr>
          </a:lstStyle>
          <a:p>
            <a:pPr lvl="0"/>
            <a:r>
              <a:rPr lang="en-US"/>
              <a:t>Click to edit Master text styles</a:t>
            </a:r>
          </a:p>
        </p:txBody>
      </p:sp>
      <p:sp>
        <p:nvSpPr>
          <p:cNvPr id="84" name="Text Placeholder 5">
            <a:extLst>
              <a:ext uri="{FF2B5EF4-FFF2-40B4-BE49-F238E27FC236}">
                <a16:creationId xmlns:a16="http://schemas.microsoft.com/office/drawing/2014/main" id="{C7F4419B-C124-4043-ABA3-2A0C707AF080}"/>
              </a:ext>
            </a:extLst>
          </p:cNvPr>
          <p:cNvSpPr>
            <a:spLocks noGrp="1"/>
          </p:cNvSpPr>
          <p:nvPr>
            <p:ph type="body" sz="quarter" idx="19"/>
          </p:nvPr>
        </p:nvSpPr>
        <p:spPr>
          <a:xfrm>
            <a:off x="5264943" y="2585784"/>
            <a:ext cx="7227887" cy="1471865"/>
          </a:xfrm>
          <a:prstGeom prst="rect">
            <a:avLst/>
          </a:prstGeom>
        </p:spPr>
        <p:txBody>
          <a:bodyPr/>
          <a:lstStyle>
            <a:lvl1pPr marL="214313" indent="-214313">
              <a:lnSpc>
                <a:spcPts val="1811"/>
              </a:lnSpc>
              <a:spcBef>
                <a:spcPct val="0"/>
              </a:spcBef>
              <a:spcAft>
                <a:spcPts val="1125"/>
              </a:spcAft>
              <a:buSzPct val="80000"/>
              <a:buFontTx/>
              <a:buBlip>
                <a:blip r:embed="rId26">
                  <a:extLst>
                    <a:ext uri="{96DAC541-7B7A-43D3-8B79-37D633B846F1}">
                      <asvg:svgBlip xmlns:asvg="http://schemas.microsoft.com/office/drawing/2016/SVG/main" r:embed="rId27"/>
                    </a:ext>
                  </a:extLst>
                </a:blip>
              </a:buBlip>
              <a:defRPr lang="en-US" sz="1294" kern="1200">
                <a:solidFill>
                  <a:srgbClr val="2C2C2C"/>
                </a:solidFill>
                <a:latin typeface="Century Gothic" panose="020b0502020202020204" pitchFamily="34" charset="0"/>
                <a:ea typeface="Century Gothic" panose="020b0502020202020204" pitchFamily="34" charset="0"/>
                <a:cs typeface="Arial" pitchFamily="34" charset="0"/>
              </a:defRPr>
            </a:lvl1pPr>
            <a:lvl2pPr>
              <a:defRPr lang="en-US" sz="1406" kern="1200" smtClean="0">
                <a:solidFill>
                  <a:srgbClr val="FFFFFF"/>
                </a:solidFill>
                <a:latin typeface="Poppins SemiBold" pitchFamily="34" charset="0"/>
                <a:ea typeface="Poppins SemiBold" pitchFamily="34" charset="-122"/>
                <a:cs typeface="Poppins SemiBold" pitchFamily="34" charset="-120"/>
              </a:defRPr>
            </a:lvl2pPr>
            <a:lvl3pPr>
              <a:defRPr lang="en-US" sz="1406" kern="1200" smtClean="0">
                <a:solidFill>
                  <a:srgbClr val="FFFFFF"/>
                </a:solidFill>
                <a:latin typeface="Poppins SemiBold" pitchFamily="34" charset="0"/>
                <a:ea typeface="Poppins SemiBold" pitchFamily="34" charset="-122"/>
                <a:cs typeface="Poppins SemiBold" pitchFamily="34" charset="-120"/>
              </a:defRPr>
            </a:lvl3pPr>
            <a:lvl4pPr>
              <a:defRPr lang="en-US" sz="1406" kern="1200" smtClean="0">
                <a:solidFill>
                  <a:srgbClr val="FFFFFF"/>
                </a:solidFill>
                <a:latin typeface="Poppins SemiBold" pitchFamily="34" charset="0"/>
                <a:ea typeface="Poppins SemiBold" pitchFamily="34" charset="-122"/>
                <a:cs typeface="Poppins SemiBold" pitchFamily="34" charset="-120"/>
              </a:defRPr>
            </a:lvl4pPr>
            <a:lvl5pPr>
              <a:defRPr lang="en-US" sz="1406" kern="1200">
                <a:solidFill>
                  <a:srgbClr val="FFFFFF"/>
                </a:solidFill>
                <a:latin typeface="Poppins SemiBold" pitchFamily="34" charset="0"/>
                <a:ea typeface="Poppins SemiBold" pitchFamily="34" charset="-122"/>
                <a:cs typeface="Poppins SemiBold" pitchFamily="34" charset="-120"/>
              </a:defRPr>
            </a:lvl5pPr>
          </a:lstStyle>
          <a:p>
            <a:pPr lvl="0"/>
            <a:r>
              <a:rPr lang="en-US"/>
              <a:t>Click to edit Master text styles</a:t>
            </a:r>
          </a:p>
        </p:txBody>
      </p:sp>
      <p:sp>
        <p:nvSpPr>
          <p:cNvPr id="86" name="Text Placeholder 5">
            <a:extLst>
              <a:ext uri="{FF2B5EF4-FFF2-40B4-BE49-F238E27FC236}">
                <a16:creationId xmlns:a16="http://schemas.microsoft.com/office/drawing/2014/main" id="{C40A2D79-0161-453B-BF70-CB3AB880E246}"/>
              </a:ext>
            </a:extLst>
          </p:cNvPr>
          <p:cNvSpPr>
            <a:spLocks noGrp="1"/>
          </p:cNvSpPr>
          <p:nvPr>
            <p:ph type="body" sz="quarter" idx="20"/>
          </p:nvPr>
        </p:nvSpPr>
        <p:spPr>
          <a:xfrm>
            <a:off x="5264943" y="5177253"/>
            <a:ext cx="7227887" cy="1471865"/>
          </a:xfrm>
          <a:prstGeom prst="rect">
            <a:avLst/>
          </a:prstGeom>
        </p:spPr>
        <p:txBody>
          <a:bodyPr/>
          <a:lstStyle>
            <a:lvl1pPr marL="214313" indent="-214313">
              <a:lnSpc>
                <a:spcPts val="1811"/>
              </a:lnSpc>
              <a:spcBef>
                <a:spcPct val="0"/>
              </a:spcBef>
              <a:spcAft>
                <a:spcPts val="1125"/>
              </a:spcAft>
              <a:buSzPct val="80000"/>
              <a:buFontTx/>
              <a:buBlip>
                <a:blip r:embed="rId26">
                  <a:extLst>
                    <a:ext uri="{96DAC541-7B7A-43D3-8B79-37D633B846F1}">
                      <asvg:svgBlip xmlns:asvg="http://schemas.microsoft.com/office/drawing/2016/SVG/main" r:embed="rId27"/>
                    </a:ext>
                  </a:extLst>
                </a:blip>
              </a:buBlip>
              <a:defRPr lang="en-US" sz="1294" kern="1200">
                <a:solidFill>
                  <a:srgbClr val="2C2C2C"/>
                </a:solidFill>
                <a:latin typeface="Century Gothic" panose="020b0502020202020204" pitchFamily="34" charset="0"/>
                <a:ea typeface="Century Gothic" panose="020b0502020202020204" pitchFamily="34" charset="0"/>
                <a:cs typeface="Arial" pitchFamily="34" charset="0"/>
              </a:defRPr>
            </a:lvl1pPr>
            <a:lvl2pPr>
              <a:defRPr lang="en-US" sz="1406" kern="1200" smtClean="0">
                <a:solidFill>
                  <a:srgbClr val="FFFFFF"/>
                </a:solidFill>
                <a:latin typeface="Poppins SemiBold" pitchFamily="34" charset="0"/>
                <a:ea typeface="Poppins SemiBold" pitchFamily="34" charset="-122"/>
                <a:cs typeface="Poppins SemiBold" pitchFamily="34" charset="-120"/>
              </a:defRPr>
            </a:lvl2pPr>
            <a:lvl3pPr>
              <a:defRPr lang="en-US" sz="1406" kern="1200" smtClean="0">
                <a:solidFill>
                  <a:srgbClr val="FFFFFF"/>
                </a:solidFill>
                <a:latin typeface="Poppins SemiBold" pitchFamily="34" charset="0"/>
                <a:ea typeface="Poppins SemiBold" pitchFamily="34" charset="-122"/>
                <a:cs typeface="Poppins SemiBold" pitchFamily="34" charset="-120"/>
              </a:defRPr>
            </a:lvl3pPr>
            <a:lvl4pPr>
              <a:defRPr lang="en-US" sz="1406" kern="1200" smtClean="0">
                <a:solidFill>
                  <a:srgbClr val="FFFFFF"/>
                </a:solidFill>
                <a:latin typeface="Poppins SemiBold" pitchFamily="34" charset="0"/>
                <a:ea typeface="Poppins SemiBold" pitchFamily="34" charset="-122"/>
                <a:cs typeface="Poppins SemiBold" pitchFamily="34" charset="-120"/>
              </a:defRPr>
            </a:lvl4pPr>
            <a:lvl5pPr>
              <a:defRPr lang="en-US" sz="1406" kern="1200">
                <a:solidFill>
                  <a:srgbClr val="FFFFFF"/>
                </a:solidFill>
                <a:latin typeface="Poppins SemiBold" pitchFamily="34" charset="0"/>
                <a:ea typeface="Poppins SemiBold" pitchFamily="34" charset="-122"/>
                <a:cs typeface="Poppins SemiBold" pitchFamily="34" charset="-120"/>
              </a:defRPr>
            </a:lvl5pPr>
          </a:lstStyle>
          <a:p>
            <a:pPr lvl="0"/>
            <a:r>
              <a:rPr lang="en-US"/>
              <a:t>Click to edit Master text styles</a:t>
            </a:r>
          </a:p>
        </p:txBody>
      </p:sp>
      <p:sp>
        <p:nvSpPr>
          <p:cNvPr id="88" name="Text Placeholder 5">
            <a:extLst>
              <a:ext uri="{FF2B5EF4-FFF2-40B4-BE49-F238E27FC236}">
                <a16:creationId xmlns:a16="http://schemas.microsoft.com/office/drawing/2014/main" id="{6CF4DF18-C5A8-492A-8AE8-318DF091D01F}"/>
              </a:ext>
            </a:extLst>
          </p:cNvPr>
          <p:cNvSpPr>
            <a:spLocks noGrp="1"/>
          </p:cNvSpPr>
          <p:nvPr>
            <p:ph type="body" sz="quarter" idx="21"/>
          </p:nvPr>
        </p:nvSpPr>
        <p:spPr>
          <a:xfrm>
            <a:off x="5505053" y="6915772"/>
            <a:ext cx="7227887" cy="719426"/>
          </a:xfrm>
          <a:prstGeom prst="rect">
            <a:avLst/>
          </a:prstGeom>
        </p:spPr>
        <p:txBody>
          <a:bodyPr/>
          <a:lstStyle>
            <a:lvl1pPr marL="171450" marR="0" indent="-171450" algn="l" defTabSz="685800" rtl="0" eaLnBrk="1" fontAlgn="auto" latinLnBrk="0" hangingPunct="1">
              <a:lnSpc>
                <a:spcPts val="1800"/>
              </a:lnSpc>
              <a:spcBef>
                <a:spcPct val="0"/>
              </a:spcBef>
              <a:spcAft>
                <a:spcPts val="900"/>
              </a:spcAft>
              <a:buClr>
                <a:srgbClr val="CBDDDF"/>
              </a:buClr>
              <a:buSzTx/>
              <a:buFont typeface="+mj-lt"/>
              <a:buAutoNum type="arabicPeriod"/>
              <a:defRPr lang="en-US" sz="1298" kern="1200">
                <a:solidFill>
                  <a:srgbClr val="2C2C2C"/>
                </a:solidFill>
                <a:latin typeface="Century Gothic" panose="020b0502020202020204" pitchFamily="34" charset="0"/>
                <a:ea typeface="Century Gothic" panose="020b0502020202020204" pitchFamily="34" charset="0"/>
                <a:cs typeface="Arial" pitchFamily="34" charset="0"/>
              </a:defRPr>
            </a:lvl1pPr>
            <a:lvl2pPr>
              <a:defRPr lang="en-US" sz="1406" kern="1200" smtClean="0">
                <a:solidFill>
                  <a:srgbClr val="FFFFFF"/>
                </a:solidFill>
                <a:latin typeface="Poppins SemiBold" pitchFamily="34" charset="0"/>
                <a:ea typeface="Poppins SemiBold" pitchFamily="34" charset="-122"/>
                <a:cs typeface="Poppins SemiBold" pitchFamily="34" charset="-120"/>
              </a:defRPr>
            </a:lvl2pPr>
            <a:lvl3pPr>
              <a:defRPr lang="en-US" sz="1406" kern="1200" smtClean="0">
                <a:solidFill>
                  <a:srgbClr val="FFFFFF"/>
                </a:solidFill>
                <a:latin typeface="Poppins SemiBold" pitchFamily="34" charset="0"/>
                <a:ea typeface="Poppins SemiBold" pitchFamily="34" charset="-122"/>
                <a:cs typeface="Poppins SemiBold" pitchFamily="34" charset="-120"/>
              </a:defRPr>
            </a:lvl3pPr>
            <a:lvl4pPr>
              <a:defRPr lang="en-US" sz="1406" kern="1200" smtClean="0">
                <a:solidFill>
                  <a:srgbClr val="FFFFFF"/>
                </a:solidFill>
                <a:latin typeface="Poppins SemiBold" pitchFamily="34" charset="0"/>
                <a:ea typeface="Poppins SemiBold" pitchFamily="34" charset="-122"/>
                <a:cs typeface="Poppins SemiBold" pitchFamily="34" charset="-120"/>
              </a:defRPr>
            </a:lvl4pPr>
            <a:lvl5pPr>
              <a:defRPr lang="en-US" sz="1406" kern="1200">
                <a:solidFill>
                  <a:srgbClr val="FFFFFF"/>
                </a:solidFill>
                <a:latin typeface="Poppins SemiBold" pitchFamily="34" charset="0"/>
                <a:ea typeface="Poppins SemiBold" pitchFamily="34" charset="-122"/>
                <a:cs typeface="Poppins SemiBold" pitchFamily="34" charset="-120"/>
              </a:defRPr>
            </a:lvl5pPr>
          </a:lstStyle>
          <a:p>
            <a:pPr lvl="0"/>
            <a:r>
              <a:rPr lang="en-US"/>
              <a:t>Click to edit Master text styles</a:t>
            </a:r>
          </a:p>
          <a:p>
            <a:pPr marL="171450" marR="0" lvl="0" indent="-171450" algn="l" defTabSz="685800" rtl="0" eaLnBrk="1" fontAlgn="auto" latinLnBrk="0" hangingPunct="1">
              <a:lnSpc>
                <a:spcPts val="1575"/>
              </a:lnSpc>
              <a:spcBef>
                <a:spcPct val="0"/>
              </a:spcBef>
              <a:spcAft>
                <a:spcPts val="1125"/>
              </a:spcAft>
              <a:buClr>
                <a:srgbClr val="E2ECED"/>
              </a:buClr>
              <a:buSzTx/>
              <a:buFont typeface="+mj-lt"/>
              <a:buAutoNum type="arabicPeriod"/>
              <a:defRPr/>
            </a:pPr>
            <a:r>
              <a:rPr lang="en-US"/>
              <a:t>Click to edit Master text styles</a:t>
            </a:r>
          </a:p>
        </p:txBody>
      </p:sp>
      <p:sp>
        <p:nvSpPr>
          <p:cNvPr id="93" name="Title 19">
            <a:extLst>
              <a:ext uri="{FF2B5EF4-FFF2-40B4-BE49-F238E27FC236}">
                <a16:creationId xmlns:a16="http://schemas.microsoft.com/office/drawing/2014/main" id="{7AE2A7E3-5FF1-4D77-8EB4-D989A7AAAD4F}"/>
              </a:ext>
            </a:extLst>
          </p:cNvPr>
          <p:cNvSpPr>
            <a:spLocks noGrp="1"/>
          </p:cNvSpPr>
          <p:nvPr>
            <p:ph type="title"/>
          </p:nvPr>
        </p:nvSpPr>
        <p:spPr>
          <a:xfrm>
            <a:off x="628650" y="912814"/>
            <a:ext cx="11830050" cy="609600"/>
          </a:xfrm>
          <a:prstGeom prst="rect">
            <a:avLst/>
          </a:prstGeom>
        </p:spPr>
        <p:txBody>
          <a:bodyPr vert="horz"/>
          <a:lstStyle>
            <a:lvl1pPr algn="l">
              <a:defRPr lang="en-US" sz="2531" b="1" kern="1200">
                <a:solidFill>
                  <a:srgbClr val="2C2C2C"/>
                </a:solidFill>
                <a:latin typeface="Century Gothic" panose="020b0502020202020204" pitchFamily="34" charset="0"/>
                <a:ea typeface="Century Gothic" panose="020b0502020202020204" pitchFamily="34" charset="0"/>
                <a:cs typeface="Poppins SemiBold" pitchFamily="34" charset="-120"/>
              </a:defRPr>
            </a:lvl1pPr>
          </a:lstStyle>
          <a:p>
            <a:r>
              <a:rPr lang="en-US"/>
              <a:t>Click to edit Master title style</a:t>
            </a:r>
          </a:p>
        </p:txBody>
      </p:sp>
      <p:sp>
        <p:nvSpPr>
          <p:cNvPr id="94" name="Footer Placeholder" title=""/>
          <p:cNvSpPr txBox="1">
            <a:spLocks noGrp="1"/>
          </p:cNvSpPr>
          <p:nvPr>
            <p:ph type="ftr" sz="quarter" idx="3"/>
          </p:nvPr>
        </p:nvSpPr>
        <p:spPr/>
        <p:txBody>
          <a:bodyPr vert="horz" lIns="91440" tIns="45720" rIns="91440" bIns="45720" rtlCol="0" anchor="ctr"/>
          <a:lstStyle>
            <a:lvl1pPr algn="ctr">
              <a:defRPr sz="1200">
                <a:solidFill>
                  <a:schemeClr val="tx1">
                    <a:tint val="75000"/>
                  </a:schemeClr>
                </a:solidFill>
              </a:defRPr>
            </a:lvl1pPr>
          </a:lstStyle>
          <a:p>
            <a:r>
              <a:rPr lang="en-US"/>
              <a:t>Confidential - Customer Success Analysis</a:t>
            </a:r>
          </a:p>
        </p:txBody>
      </p:sp>
    </p:spTree>
    <p:extLst>
      <p:ext uri="{BB962C8B-B14F-4D97-AF65-F5344CB8AC3E}">
        <p14:creationId val="1805937435"/>
      </p:ext>
    </p:extLst>
  </p:cSld>
  <p:clrMapOvr>
    <a:masterClrMapping/>
  </p:clrMapOvr>
  <p:transition/>
  <p:timing/>
</p:sldLayout>
</file>

<file path=ppt/slideLayouts/slideLayout22.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reserve="1" userDrawn="1">
  <p:cSld name="10_Custom Layout">
    <p:spTree>
      <p:nvGrpSpPr>
        <p:cNvPr id="1" name=""/>
        <p:cNvGrpSpPr/>
        <p:nvPr/>
      </p:nvGrpSpPr>
      <p:grpSpPr>
        <a:xfrm>
          <a:off x="0" y="0"/>
          <a:ext cx="0" cy="0"/>
        </a:xfrm>
      </p:grpSpPr>
      <p:graphicFrame>
        <p:nvGraphicFramePr>
          <p:cNvPr id="6" name="think-cell data - do not delete" hidden="1">
            <a:extLst>
              <a:ext uri="{FF2B5EF4-FFF2-40B4-BE49-F238E27FC236}">
                <a16:creationId xmlns:a16="http://schemas.microsoft.com/office/drawing/2014/main" id="{3F70D9A4-5867-DE13-5532-7AFEAA96B46D}"/>
              </a:ext>
            </a:extLst>
          </p:cNvPr>
          <p:cNvGraphicFramePr>
            <a:graphicFrameLocks noChangeAspect="1"/>
          </p:cNvGraphicFramePr>
          <p:nvPr userDrawn="1">
            <p:custDataLst>
              <p:tags r:id="rId1"/>
            </p:custDataLst>
            <p:extLst>
              <p:ext uri="{D42A27DB-BD31-4B8C-83A1-F6EECF244321}">
                <p14:modId val="1259085054"/>
              </p:ext>
            </p:extLst>
          </p:nvPr>
        </p:nvGraphicFramePr>
        <p:xfrm>
          <a:off x="1191" y="1588"/>
          <a:ext cx="1191" cy="1588"/>
        </p:xfrm>
        <a:graphic>
          <a:graphicData uri="http://schemas.openxmlformats.org/presentationml/2006/ole">
            <mc:AlternateContent>
              <mc:Choice xmlns:v="urn:schemas-microsoft-com:vml" Requires="v">
                <p:oleObj spid="_x0000_s1048" name="think-cell Slide" r:id="rId2" imgW="484" imgH="486" progId="TCLayout.ActiveDocument.1">
                  <p:embed/>
                </p:oleObj>
              </mc:Choice>
              <mc:Fallback>
                <p:oleObj name="think-cell Slide" r:id="rId2" imgW="484" imgH="486" progId="TCLayout.ActiveDocument.1">
                  <p:embed/>
                  <p:pic>
                    <p:nvPicPr>
                      <p:cNvPr id="0" name="OLE substitute image"/>
                      <p:cNvPicPr/>
                      <p:nvPr/>
                    </p:nvPicPr>
                    <p:blipFill>
                      <a:blip r:embed="rId3"/>
                      <a:stretch>
                        <a:fillRect/>
                      </a:stretch>
                    </p:blipFill>
                    <p:spPr>
                      <a:xfrm>
                        <a:off x="1191" y="1588"/>
                        <a:ext cx="1191" cy="1588"/>
                      </a:xfrm>
                      <a:prstGeom prst="rect">
                        <a:avLst/>
                      </a:prstGeom>
                    </p:spPr>
                  </p:pic>
                </p:oleObj>
              </mc:Fallback>
            </mc:AlternateContent>
          </a:graphicData>
        </a:graphic>
      </p:graphicFrame>
      <p:pic>
        <p:nvPicPr>
          <p:cNvPr id="3" name="Picture 2">
            <a:extLst>
              <a:ext uri="{FF2B5EF4-FFF2-40B4-BE49-F238E27FC236}">
                <a16:creationId xmlns:a16="http://schemas.microsoft.com/office/drawing/2014/main" id="{7E21CB59-27BF-42E2-9F67-D18802E55DE1}"/>
              </a:ext>
            </a:extLst>
          </p:cNvPr>
          <p:cNvPicPr>
            <a:picLocks noChangeAspect="1"/>
          </p:cNvPicPr>
          <p:nvPr userDrawn="1"/>
        </p:nvPicPr>
        <p:blipFill>
          <a:blip r:embed="rId4"/>
          <a:stretch>
            <a:fillRect/>
          </a:stretch>
        </p:blipFill>
        <p:spPr>
          <a:xfrm>
            <a:off x="0" y="0"/>
            <a:ext cx="13716000" cy="10287000"/>
          </a:xfrm>
          <a:prstGeom prst="rect">
            <a:avLst/>
          </a:prstGeom>
        </p:spPr>
      </p:pic>
      <p:pic>
        <p:nvPicPr>
          <p:cNvPr id="15" name="Image 4" descr="preencoded.png">
            <a:extLst>
              <a:ext uri="{FF2B5EF4-FFF2-40B4-BE49-F238E27FC236}">
                <a16:creationId xmlns:a16="http://schemas.microsoft.com/office/drawing/2014/main" id="{788C2007-D360-4FFF-9B7E-8E6DDD5166D0}"/>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12982716" y="9701938"/>
            <a:ext cx="733284" cy="585062"/>
          </a:xfrm>
          <a:prstGeom prst="rect">
            <a:avLst/>
          </a:prstGeom>
        </p:spPr>
      </p:pic>
      <p:sp>
        <p:nvSpPr>
          <p:cNvPr id="17" name="Slide Number Placeholder 5">
            <a:extLst>
              <a:ext uri="{FF2B5EF4-FFF2-40B4-BE49-F238E27FC236}">
                <a16:creationId xmlns:a16="http://schemas.microsoft.com/office/drawing/2014/main" id="{9E0DE121-3CF7-4C8C-B9FE-FD9AB53486C0}"/>
              </a:ext>
            </a:extLst>
          </p:cNvPr>
          <p:cNvSpPr>
            <a:spLocks noGrp="1"/>
          </p:cNvSpPr>
          <p:nvPr>
            <p:ph type="sldNum" sz="quarter" idx="13"/>
          </p:nvPr>
        </p:nvSpPr>
        <p:spPr>
          <a:xfrm>
            <a:off x="12982716" y="9806575"/>
            <a:ext cx="733284" cy="378105"/>
          </a:xfrm>
          <a:prstGeom prst="rect">
            <a:avLst/>
          </a:prstGeom>
        </p:spPr>
        <p:txBody>
          <a:bodyPr/>
          <a:lstStyle>
            <a:lvl1pPr marL="0" algn="ctr" defTabSz="914400" rtl="0" eaLnBrk="1" latinLnBrk="0" hangingPunct="1">
              <a:defRPr lang="en-US" sz="1350" kern="1200">
                <a:solidFill>
                  <a:srgbClr val="FFFFFF"/>
                </a:solidFill>
                <a:latin typeface="Century Gothic" panose="020b0502020202020204" pitchFamily="34" charset="0"/>
                <a:ea typeface="Century Gothic" panose="020b0502020202020204" pitchFamily="34" charset="0"/>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3D6C64-01FF-444E-AD84-E895EC95156E}" type="slidenum">
              <a:rPr lang="en-US" smtClean="0"/>
              <a:t>‹#›</a:t>
            </a:fld>
            <a:endParaRPr lang="en-US"/>
          </a:p>
        </p:txBody>
      </p:sp>
      <p:sp>
        <p:nvSpPr>
          <p:cNvPr id="21" name="Title 19">
            <a:extLst>
              <a:ext uri="{FF2B5EF4-FFF2-40B4-BE49-F238E27FC236}">
                <a16:creationId xmlns:a16="http://schemas.microsoft.com/office/drawing/2014/main" id="{0074C98C-5A66-41B2-A70E-B454BF3A9711}"/>
              </a:ext>
            </a:extLst>
          </p:cNvPr>
          <p:cNvSpPr>
            <a:spLocks noGrp="1"/>
          </p:cNvSpPr>
          <p:nvPr>
            <p:ph type="title"/>
          </p:nvPr>
        </p:nvSpPr>
        <p:spPr>
          <a:xfrm>
            <a:off x="628650" y="912814"/>
            <a:ext cx="11830050" cy="609600"/>
          </a:xfrm>
          <a:prstGeom prst="rect">
            <a:avLst/>
          </a:prstGeom>
        </p:spPr>
        <p:txBody>
          <a:bodyPr vert="horz"/>
          <a:lstStyle>
            <a:lvl1pPr algn="l">
              <a:defRPr lang="en-US" sz="2531" b="1" kern="1200">
                <a:solidFill>
                  <a:srgbClr val="2C2C2C"/>
                </a:solidFill>
                <a:latin typeface="Century Gothic" panose="020b0502020202020204" pitchFamily="34" charset="0"/>
                <a:ea typeface="Century Gothic" panose="020b0502020202020204" pitchFamily="34" charset="0"/>
                <a:cs typeface="Poppins SemiBold" pitchFamily="34" charset="-120"/>
              </a:defRPr>
            </a:lvl1pPr>
          </a:lstStyle>
          <a:p>
            <a:r>
              <a:rPr lang="en-US"/>
              <a:t>Click to edit Master title style</a:t>
            </a:r>
          </a:p>
        </p:txBody>
      </p:sp>
      <p:pic>
        <p:nvPicPr>
          <p:cNvPr id="8" name="Image 3" descr="preencoded.png">
            <a:extLst>
              <a:ext uri="{FF2B5EF4-FFF2-40B4-BE49-F238E27FC236}">
                <a16:creationId xmlns:a16="http://schemas.microsoft.com/office/drawing/2014/main" id="{6A6A3AB4-CBBD-4571-B3F3-44CE646A0F0A}"/>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714375" y="2619376"/>
            <a:ext cx="5522119" cy="6505575"/>
          </a:xfrm>
          <a:prstGeom prst="rect">
            <a:avLst/>
          </a:prstGeom>
        </p:spPr>
      </p:pic>
      <p:pic>
        <p:nvPicPr>
          <p:cNvPr id="9" name="Image 4" descr="preencoded.png">
            <a:extLst>
              <a:ext uri="{FF2B5EF4-FFF2-40B4-BE49-F238E27FC236}">
                <a16:creationId xmlns:a16="http://schemas.microsoft.com/office/drawing/2014/main" id="{B63A6392-A6AA-47F8-B3A9-3169789B0576}"/>
              </a:ext>
            </a:extLst>
          </p:cNvPr>
          <p:cNvPicPr>
            <a:picLocks noChangeAspect="1"/>
          </p:cNvPicPr>
          <p:nvPr userDrawn="1"/>
        </p:nvPicPr>
        <p:blipFill>
          <a:blip r:embed="rId9">
            <a:extLst>
              <a:ext uri="{96DAC541-7B7A-43D3-8B79-37D633B846F1}">
                <asvg:svgBlip xmlns:asvg="http://schemas.microsoft.com/office/drawing/2016/SVG/main" r:embed="rId10"/>
              </a:ext>
            </a:extLst>
          </a:blip>
          <a:stretch>
            <a:fillRect/>
          </a:stretch>
        </p:blipFill>
        <p:spPr>
          <a:xfrm>
            <a:off x="6557962" y="2619376"/>
            <a:ext cx="6443663" cy="2466975"/>
          </a:xfrm>
          <a:prstGeom prst="rect">
            <a:avLst/>
          </a:prstGeom>
        </p:spPr>
      </p:pic>
      <p:pic>
        <p:nvPicPr>
          <p:cNvPr id="10" name="Image 5" descr="preencoded.png">
            <a:extLst>
              <a:ext uri="{FF2B5EF4-FFF2-40B4-BE49-F238E27FC236}">
                <a16:creationId xmlns:a16="http://schemas.microsoft.com/office/drawing/2014/main" id="{2751B578-02B2-4192-86D0-C48B05869F83}"/>
              </a:ext>
            </a:extLst>
          </p:cNvPr>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a:off x="6557962" y="6172200"/>
            <a:ext cx="6443663" cy="2952750"/>
          </a:xfrm>
          <a:prstGeom prst="rect">
            <a:avLst/>
          </a:prstGeom>
        </p:spPr>
      </p:pic>
      <p:pic>
        <p:nvPicPr>
          <p:cNvPr id="11" name="Image 6" descr="preencoded.png">
            <a:extLst>
              <a:ext uri="{FF2B5EF4-FFF2-40B4-BE49-F238E27FC236}">
                <a16:creationId xmlns:a16="http://schemas.microsoft.com/office/drawing/2014/main" id="{703C480C-3D6D-4380-B36A-08CF2A8B3B3D}"/>
              </a:ext>
            </a:extLst>
          </p:cNvPr>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a:off x="1185863" y="5638800"/>
            <a:ext cx="4400550" cy="1257300"/>
          </a:xfrm>
          <a:prstGeom prst="rect">
            <a:avLst/>
          </a:prstGeom>
        </p:spPr>
      </p:pic>
      <p:pic>
        <p:nvPicPr>
          <p:cNvPr id="12" name="Image 7" descr="preencoded.png">
            <a:extLst>
              <a:ext uri="{FF2B5EF4-FFF2-40B4-BE49-F238E27FC236}">
                <a16:creationId xmlns:a16="http://schemas.microsoft.com/office/drawing/2014/main" id="{7EE5BEBD-66DA-46E8-AEAC-306DBF0D3FED}"/>
              </a:ext>
            </a:extLst>
          </p:cNvPr>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a:off x="1185863" y="7086601"/>
            <a:ext cx="4400550" cy="1647825"/>
          </a:xfrm>
          <a:prstGeom prst="rect">
            <a:avLst/>
          </a:prstGeom>
        </p:spPr>
      </p:pic>
      <p:pic>
        <p:nvPicPr>
          <p:cNvPr id="13" name="Image 10" descr="preencoded.png">
            <a:extLst>
              <a:ext uri="{FF2B5EF4-FFF2-40B4-BE49-F238E27FC236}">
                <a16:creationId xmlns:a16="http://schemas.microsoft.com/office/drawing/2014/main" id="{28962D6F-F1E0-46D3-8943-D912A66B56CD}"/>
              </a:ext>
            </a:extLst>
          </p:cNvPr>
          <p:cNvPicPr>
            <a:picLocks noChangeAspect="1"/>
          </p:cNvPicPr>
          <p:nvPr userDrawn="1"/>
        </p:nvPicPr>
        <p:blipFill>
          <a:blip r:embed="rId17">
            <a:extLst>
              <a:ext uri="{96DAC541-7B7A-43D3-8B79-37D633B846F1}">
                <asvg:svgBlip xmlns:asvg="http://schemas.microsoft.com/office/drawing/2016/SVG/main" r:embed="rId18"/>
              </a:ext>
            </a:extLst>
          </a:blip>
          <a:stretch>
            <a:fillRect/>
          </a:stretch>
        </p:blipFill>
        <p:spPr>
          <a:xfrm>
            <a:off x="6858001" y="5229225"/>
            <a:ext cx="1020005" cy="1360010"/>
          </a:xfrm>
          <a:prstGeom prst="rect">
            <a:avLst/>
          </a:prstGeom>
        </p:spPr>
      </p:pic>
      <p:pic>
        <p:nvPicPr>
          <p:cNvPr id="16" name="Image 12" descr="preencoded.png">
            <a:extLst>
              <a:ext uri="{FF2B5EF4-FFF2-40B4-BE49-F238E27FC236}">
                <a16:creationId xmlns:a16="http://schemas.microsoft.com/office/drawing/2014/main" id="{BBA54FD3-17BA-48B9-9927-8CF01A97A803}"/>
              </a:ext>
            </a:extLst>
          </p:cNvPr>
          <p:cNvPicPr>
            <a:picLocks noChangeAspect="1"/>
          </p:cNvPicPr>
          <p:nvPr userDrawn="1"/>
        </p:nvPicPr>
        <p:blipFill>
          <a:blip r:embed="rId19">
            <a:extLst>
              <a:ext uri="{96DAC541-7B7A-43D3-8B79-37D633B846F1}">
                <asvg:svgBlip xmlns:asvg="http://schemas.microsoft.com/office/drawing/2016/SVG/main" r:embed="rId20"/>
              </a:ext>
            </a:extLst>
          </a:blip>
          <a:stretch>
            <a:fillRect/>
          </a:stretch>
        </p:blipFill>
        <p:spPr>
          <a:xfrm>
            <a:off x="7188541" y="2096291"/>
            <a:ext cx="355259" cy="513020"/>
          </a:xfrm>
          <a:prstGeom prst="rect">
            <a:avLst/>
          </a:prstGeom>
        </p:spPr>
      </p:pic>
      <p:sp>
        <p:nvSpPr>
          <p:cNvPr id="25" name="Text 7">
            <a:extLst>
              <a:ext uri="{FF2B5EF4-FFF2-40B4-BE49-F238E27FC236}">
                <a16:creationId xmlns:a16="http://schemas.microsoft.com/office/drawing/2014/main" id="{BBB5E81D-B8AE-4634-92CB-B0E0F9EDA7DC}"/>
              </a:ext>
            </a:extLst>
          </p:cNvPr>
          <p:cNvSpPr/>
          <p:nvPr userDrawn="1"/>
        </p:nvSpPr>
        <p:spPr>
          <a:xfrm>
            <a:off x="5693569" y="6086475"/>
            <a:ext cx="364331" cy="361950"/>
          </a:xfrm>
          <a:prstGeom prst="rect">
            <a:avLst/>
          </a:prstGeom>
          <a:noFill/>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126"/>
              </a:lnSpc>
              <a:spcAft>
                <a:spcPts val="1125"/>
              </a:spcAft>
              <a:buNone/>
            </a:pPr>
            <a:r>
              <a:rPr lang="en-US" sz="1519" b="1">
                <a:solidFill>
                  <a:srgbClr val="E2ECED"/>
                </a:solidFill>
                <a:latin typeface="Century Gothic" panose="020b0502020202020204" pitchFamily="34" charset="0"/>
                <a:ea typeface="Poppins Bold" pitchFamily="34" charset="-122"/>
                <a:cs typeface="Poppins Bold" pitchFamily="34" charset="-120"/>
              </a:rPr>
              <a:t>01</a:t>
            </a:r>
            <a:endParaRPr lang="en-US" sz="1519">
              <a:latin typeface="Century Gothic" panose="020b0502020202020204" pitchFamily="34" charset="0"/>
            </a:endParaRPr>
          </a:p>
        </p:txBody>
      </p:sp>
      <p:sp>
        <p:nvSpPr>
          <p:cNvPr id="26" name="Text 8">
            <a:extLst>
              <a:ext uri="{FF2B5EF4-FFF2-40B4-BE49-F238E27FC236}">
                <a16:creationId xmlns:a16="http://schemas.microsoft.com/office/drawing/2014/main" id="{875421DA-E699-4C19-9A79-98AA7B7088F6}"/>
              </a:ext>
            </a:extLst>
          </p:cNvPr>
          <p:cNvSpPr/>
          <p:nvPr userDrawn="1"/>
        </p:nvSpPr>
        <p:spPr>
          <a:xfrm>
            <a:off x="5693569" y="7734300"/>
            <a:ext cx="257175" cy="361950"/>
          </a:xfrm>
          <a:prstGeom prst="rect">
            <a:avLst/>
          </a:prstGeom>
          <a:noFill/>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126"/>
              </a:lnSpc>
              <a:spcAft>
                <a:spcPts val="1125"/>
              </a:spcAft>
              <a:buNone/>
            </a:pPr>
            <a:r>
              <a:rPr lang="en-US" sz="1519" b="1">
                <a:solidFill>
                  <a:srgbClr val="E2ECED"/>
                </a:solidFill>
                <a:latin typeface="Century Gothic" panose="020b0502020202020204" pitchFamily="34" charset="0"/>
                <a:ea typeface="Poppins Bold" pitchFamily="34" charset="-122"/>
                <a:cs typeface="Poppins Bold" pitchFamily="34" charset="-120"/>
              </a:rPr>
              <a:t>02</a:t>
            </a:r>
            <a:endParaRPr lang="en-US" sz="1519">
              <a:latin typeface="Century Gothic" panose="020b0502020202020204" pitchFamily="34" charset="0"/>
            </a:endParaRPr>
          </a:p>
        </p:txBody>
      </p:sp>
      <p:pic>
        <p:nvPicPr>
          <p:cNvPr id="27" name="Image 8" descr="preencoded.png">
            <a:extLst>
              <a:ext uri="{FF2B5EF4-FFF2-40B4-BE49-F238E27FC236}">
                <a16:creationId xmlns:a16="http://schemas.microsoft.com/office/drawing/2014/main" id="{956F73EB-F279-4A60-B330-A87332ACD2E6}"/>
              </a:ext>
            </a:extLst>
          </p:cNvPr>
          <p:cNvPicPr>
            <a:picLocks noChangeAspect="1"/>
          </p:cNvPicPr>
          <p:nvPr userDrawn="1"/>
        </p:nvPicPr>
        <p:blipFill>
          <a:blip r:embed="rId17">
            <a:extLst>
              <a:ext uri="{96DAC541-7B7A-43D3-8B79-37D633B846F1}">
                <asvg:svgBlip xmlns:asvg="http://schemas.microsoft.com/office/drawing/2016/SVG/main" r:embed="rId18"/>
              </a:ext>
            </a:extLst>
          </a:blip>
          <a:stretch>
            <a:fillRect/>
          </a:stretch>
        </p:blipFill>
        <p:spPr>
          <a:xfrm>
            <a:off x="6858001" y="1676400"/>
            <a:ext cx="1020005" cy="1360010"/>
          </a:xfrm>
          <a:prstGeom prst="rect">
            <a:avLst/>
          </a:prstGeom>
        </p:spPr>
      </p:pic>
      <p:pic>
        <p:nvPicPr>
          <p:cNvPr id="28" name="Image 9" descr="preencoded.png">
            <a:extLst>
              <a:ext uri="{FF2B5EF4-FFF2-40B4-BE49-F238E27FC236}">
                <a16:creationId xmlns:a16="http://schemas.microsoft.com/office/drawing/2014/main" id="{5B0CB7C7-8B55-4A86-AC33-855A2FEA1A0A}"/>
              </a:ext>
            </a:extLst>
          </p:cNvPr>
          <p:cNvPicPr>
            <a:picLocks noChangeAspect="1"/>
          </p:cNvPicPr>
          <p:nvPr userDrawn="1"/>
        </p:nvPicPr>
        <p:blipFill>
          <a:blip r:embed="rId21">
            <a:extLst>
              <a:ext uri="{96DAC541-7B7A-43D3-8B79-37D633B846F1}">
                <asvg:svgBlip xmlns:asvg="http://schemas.microsoft.com/office/drawing/2016/SVG/main" r:embed="rId22"/>
              </a:ext>
            </a:extLst>
          </a:blip>
          <a:stretch>
            <a:fillRect/>
          </a:stretch>
        </p:blipFill>
        <p:spPr>
          <a:xfrm>
            <a:off x="1014413" y="1676400"/>
            <a:ext cx="1020005" cy="1360010"/>
          </a:xfrm>
          <a:prstGeom prst="rect">
            <a:avLst/>
          </a:prstGeom>
        </p:spPr>
      </p:pic>
      <p:sp>
        <p:nvSpPr>
          <p:cNvPr id="29" name="Text Placeholder 5">
            <a:extLst>
              <a:ext uri="{FF2B5EF4-FFF2-40B4-BE49-F238E27FC236}">
                <a16:creationId xmlns:a16="http://schemas.microsoft.com/office/drawing/2014/main" id="{ADF9F987-AFFA-4457-926C-E92EEDA5D1BC}"/>
              </a:ext>
            </a:extLst>
          </p:cNvPr>
          <p:cNvSpPr>
            <a:spLocks noGrp="1"/>
          </p:cNvSpPr>
          <p:nvPr>
            <p:ph type="body" sz="quarter" idx="14"/>
          </p:nvPr>
        </p:nvSpPr>
        <p:spPr>
          <a:xfrm>
            <a:off x="1107382" y="3448049"/>
            <a:ext cx="4479031" cy="1952625"/>
          </a:xfrm>
          <a:prstGeom prst="rect">
            <a:avLst/>
          </a:prstGeom>
        </p:spPr>
        <p:txBody>
          <a:bodyPr/>
          <a:lstStyle>
            <a:lvl1pPr marL="0" indent="0">
              <a:lnSpc>
                <a:spcPts val="2279"/>
              </a:lnSpc>
              <a:buNone/>
              <a:defRPr lang="en-US" sz="1519" kern="1200" smtClean="0">
                <a:solidFill>
                  <a:srgbClr val="2C2C2C"/>
                </a:solidFill>
                <a:latin typeface="Century Gothic" panose="020b0502020202020204" pitchFamily="34" charset="0"/>
                <a:ea typeface="Century Gothic" panose="020b0502020202020204" pitchFamily="34" charset="0"/>
                <a:cs typeface="Arial" pitchFamily="34" charset="0"/>
              </a:defRPr>
            </a:lvl1pPr>
            <a:lvl2pPr>
              <a:defRPr lang="en-US" sz="1519" kern="1200" smtClean="0">
                <a:solidFill>
                  <a:srgbClr val="2C2C2C"/>
                </a:solidFill>
                <a:latin typeface="Poppins Regular" pitchFamily="34" charset="0"/>
                <a:ea typeface="Poppins Regular" pitchFamily="34" charset="-122"/>
                <a:cs typeface="Poppins Regular" pitchFamily="34" charset="-120"/>
              </a:defRPr>
            </a:lvl2pPr>
            <a:lvl3pPr>
              <a:defRPr lang="en-US" sz="1519" kern="1200" smtClean="0">
                <a:solidFill>
                  <a:srgbClr val="2C2C2C"/>
                </a:solidFill>
                <a:latin typeface="Poppins Regular" pitchFamily="34" charset="0"/>
                <a:ea typeface="Poppins Regular" pitchFamily="34" charset="-122"/>
                <a:cs typeface="Poppins Regular" pitchFamily="34" charset="-120"/>
              </a:defRPr>
            </a:lvl3pPr>
            <a:lvl4pPr>
              <a:defRPr lang="en-US" sz="1519" kern="1200" smtClean="0">
                <a:solidFill>
                  <a:srgbClr val="2C2C2C"/>
                </a:solidFill>
                <a:latin typeface="Poppins Regular" pitchFamily="34" charset="0"/>
                <a:ea typeface="Poppins Regular" pitchFamily="34" charset="-122"/>
                <a:cs typeface="Poppins Regular" pitchFamily="34" charset="-120"/>
              </a:defRPr>
            </a:lvl4pPr>
            <a:lvl5pPr>
              <a:defRPr lang="en-US" sz="1519" kern="1200">
                <a:solidFill>
                  <a:srgbClr val="2C2C2C"/>
                </a:solidFill>
                <a:latin typeface="Poppins Regular" pitchFamily="34" charset="0"/>
                <a:ea typeface="Poppins Regular" pitchFamily="34" charset="-122"/>
                <a:cs typeface="Poppins Regular" pitchFamily="34" charset="-120"/>
              </a:defRPr>
            </a:lvl5pPr>
          </a:lstStyle>
          <a:p>
            <a:pPr lvl="0"/>
            <a:r>
              <a:rPr lang="en-US"/>
              <a:t>Click to edit Master text styles</a:t>
            </a:r>
          </a:p>
        </p:txBody>
      </p:sp>
      <p:sp>
        <p:nvSpPr>
          <p:cNvPr id="33" name="Text Placeholder 5">
            <a:extLst>
              <a:ext uri="{FF2B5EF4-FFF2-40B4-BE49-F238E27FC236}">
                <a16:creationId xmlns:a16="http://schemas.microsoft.com/office/drawing/2014/main" id="{D588A2FC-7B0F-4EA5-9DEE-71E6B9A725B7}"/>
              </a:ext>
            </a:extLst>
          </p:cNvPr>
          <p:cNvSpPr>
            <a:spLocks noGrp="1"/>
          </p:cNvSpPr>
          <p:nvPr>
            <p:ph type="body" sz="quarter" idx="15"/>
          </p:nvPr>
        </p:nvSpPr>
        <p:spPr>
          <a:xfrm>
            <a:off x="6950869" y="3435098"/>
            <a:ext cx="5657750" cy="1357267"/>
          </a:xfrm>
          <a:prstGeom prst="rect">
            <a:avLst/>
          </a:prstGeom>
        </p:spPr>
        <p:txBody>
          <a:bodyPr/>
          <a:lstStyle>
            <a:lvl1pPr marL="0" indent="0">
              <a:lnSpc>
                <a:spcPts val="2279"/>
              </a:lnSpc>
              <a:buNone/>
              <a:defRPr lang="en-US" sz="1519" kern="1200" smtClean="0">
                <a:solidFill>
                  <a:schemeClr val="bg1"/>
                </a:solidFill>
                <a:latin typeface="Century Gothic" panose="020b0502020202020204" pitchFamily="34" charset="0"/>
                <a:ea typeface="Century Gothic" panose="020b0502020202020204" pitchFamily="34" charset="0"/>
                <a:cs typeface="Arial" pitchFamily="34" charset="0"/>
              </a:defRPr>
            </a:lvl1pPr>
            <a:lvl2pPr>
              <a:defRPr lang="en-US" sz="1519" kern="1200" smtClean="0">
                <a:solidFill>
                  <a:srgbClr val="2C2C2C"/>
                </a:solidFill>
                <a:latin typeface="Poppins Regular" pitchFamily="34" charset="0"/>
                <a:ea typeface="Poppins Regular" pitchFamily="34" charset="-122"/>
                <a:cs typeface="Poppins Regular" pitchFamily="34" charset="-120"/>
              </a:defRPr>
            </a:lvl2pPr>
            <a:lvl3pPr>
              <a:defRPr lang="en-US" sz="1519" kern="1200" smtClean="0">
                <a:solidFill>
                  <a:srgbClr val="2C2C2C"/>
                </a:solidFill>
                <a:latin typeface="Poppins Regular" pitchFamily="34" charset="0"/>
                <a:ea typeface="Poppins Regular" pitchFamily="34" charset="-122"/>
                <a:cs typeface="Poppins Regular" pitchFamily="34" charset="-120"/>
              </a:defRPr>
            </a:lvl3pPr>
            <a:lvl4pPr>
              <a:defRPr lang="en-US" sz="1519" kern="1200" smtClean="0">
                <a:solidFill>
                  <a:srgbClr val="2C2C2C"/>
                </a:solidFill>
                <a:latin typeface="Poppins Regular" pitchFamily="34" charset="0"/>
                <a:ea typeface="Poppins Regular" pitchFamily="34" charset="-122"/>
                <a:cs typeface="Poppins Regular" pitchFamily="34" charset="-120"/>
              </a:defRPr>
            </a:lvl4pPr>
            <a:lvl5pPr>
              <a:defRPr lang="en-US" sz="1519" kern="1200">
                <a:solidFill>
                  <a:srgbClr val="2C2C2C"/>
                </a:solidFill>
                <a:latin typeface="Poppins Regular" pitchFamily="34" charset="0"/>
                <a:ea typeface="Poppins Regular" pitchFamily="34" charset="-122"/>
                <a:cs typeface="Poppins Regular" pitchFamily="34" charset="-120"/>
              </a:defRPr>
            </a:lvl5pPr>
          </a:lstStyle>
          <a:p>
            <a:pPr lvl="0"/>
            <a:r>
              <a:rPr lang="en-US"/>
              <a:t>Click to edit Master text styles</a:t>
            </a:r>
          </a:p>
        </p:txBody>
      </p:sp>
      <p:sp>
        <p:nvSpPr>
          <p:cNvPr id="34" name="Text Placeholder 5">
            <a:extLst>
              <a:ext uri="{FF2B5EF4-FFF2-40B4-BE49-F238E27FC236}">
                <a16:creationId xmlns:a16="http://schemas.microsoft.com/office/drawing/2014/main" id="{146D121C-482B-4113-9653-FCFF2CEA34CB}"/>
              </a:ext>
            </a:extLst>
          </p:cNvPr>
          <p:cNvSpPr>
            <a:spLocks noGrp="1"/>
          </p:cNvSpPr>
          <p:nvPr>
            <p:ph type="body" sz="quarter" idx="16"/>
          </p:nvPr>
        </p:nvSpPr>
        <p:spPr>
          <a:xfrm>
            <a:off x="6950869" y="7027092"/>
            <a:ext cx="5657750" cy="1583509"/>
          </a:xfrm>
          <a:prstGeom prst="rect">
            <a:avLst/>
          </a:prstGeom>
        </p:spPr>
        <p:txBody>
          <a:bodyPr/>
          <a:lstStyle>
            <a:lvl1pPr marL="0" indent="0">
              <a:lnSpc>
                <a:spcPts val="2279"/>
              </a:lnSpc>
              <a:buNone/>
              <a:defRPr lang="en-US" sz="1519" kern="1200" smtClean="0">
                <a:solidFill>
                  <a:schemeClr val="bg1"/>
                </a:solidFill>
                <a:latin typeface="Century Gothic" panose="020b0502020202020204" pitchFamily="34" charset="0"/>
                <a:ea typeface="Century Gothic" panose="020b0502020202020204" pitchFamily="34" charset="0"/>
                <a:cs typeface="Arial" pitchFamily="34" charset="0"/>
              </a:defRPr>
            </a:lvl1pPr>
            <a:lvl2pPr>
              <a:defRPr lang="en-US" sz="1519" kern="1200" smtClean="0">
                <a:solidFill>
                  <a:srgbClr val="2C2C2C"/>
                </a:solidFill>
                <a:latin typeface="Poppins Regular" pitchFamily="34" charset="0"/>
                <a:ea typeface="Poppins Regular" pitchFamily="34" charset="-122"/>
                <a:cs typeface="Poppins Regular" pitchFamily="34" charset="-120"/>
              </a:defRPr>
            </a:lvl2pPr>
            <a:lvl3pPr>
              <a:defRPr lang="en-US" sz="1519" kern="1200" smtClean="0">
                <a:solidFill>
                  <a:srgbClr val="2C2C2C"/>
                </a:solidFill>
                <a:latin typeface="Poppins Regular" pitchFamily="34" charset="0"/>
                <a:ea typeface="Poppins Regular" pitchFamily="34" charset="-122"/>
                <a:cs typeface="Poppins Regular" pitchFamily="34" charset="-120"/>
              </a:defRPr>
            </a:lvl3pPr>
            <a:lvl4pPr>
              <a:defRPr lang="en-US" sz="1519" kern="1200" smtClean="0">
                <a:solidFill>
                  <a:srgbClr val="2C2C2C"/>
                </a:solidFill>
                <a:latin typeface="Poppins Regular" pitchFamily="34" charset="0"/>
                <a:ea typeface="Poppins Regular" pitchFamily="34" charset="-122"/>
                <a:cs typeface="Poppins Regular" pitchFamily="34" charset="-120"/>
              </a:defRPr>
            </a:lvl4pPr>
            <a:lvl5pPr>
              <a:defRPr lang="en-US" sz="1519" kern="1200">
                <a:solidFill>
                  <a:srgbClr val="2C2C2C"/>
                </a:solidFill>
                <a:latin typeface="Poppins Regular" pitchFamily="34" charset="0"/>
                <a:ea typeface="Poppins Regular" pitchFamily="34" charset="-122"/>
                <a:cs typeface="Poppins Regular" pitchFamily="34" charset="-120"/>
              </a:defRPr>
            </a:lvl5pPr>
          </a:lstStyle>
          <a:p>
            <a:pPr lvl="0"/>
            <a:r>
              <a:rPr lang="en-US"/>
              <a:t>Click to edit Master text styles</a:t>
            </a:r>
          </a:p>
        </p:txBody>
      </p:sp>
      <p:sp>
        <p:nvSpPr>
          <p:cNvPr id="35" name="Text Placeholder 5">
            <a:extLst>
              <a:ext uri="{FF2B5EF4-FFF2-40B4-BE49-F238E27FC236}">
                <a16:creationId xmlns:a16="http://schemas.microsoft.com/office/drawing/2014/main" id="{58A4E50C-5C40-419B-8214-BEF21C844535}"/>
              </a:ext>
            </a:extLst>
          </p:cNvPr>
          <p:cNvSpPr>
            <a:spLocks noGrp="1"/>
          </p:cNvSpPr>
          <p:nvPr>
            <p:ph type="body" sz="quarter" idx="17"/>
          </p:nvPr>
        </p:nvSpPr>
        <p:spPr>
          <a:xfrm>
            <a:off x="1419192" y="5896611"/>
            <a:ext cx="3700362" cy="741678"/>
          </a:xfrm>
          <a:prstGeom prst="rect">
            <a:avLst/>
          </a:prstGeom>
        </p:spPr>
        <p:txBody>
          <a:bodyPr/>
          <a:lstStyle>
            <a:lvl1pPr marL="0" indent="0" algn="l" defTabSz="685800" rtl="0" eaLnBrk="1" latinLnBrk="0" hangingPunct="1">
              <a:lnSpc>
                <a:spcPts val="2110"/>
              </a:lnSpc>
              <a:spcBef>
                <a:spcPct val="0"/>
              </a:spcBef>
              <a:buNone/>
              <a:defRPr lang="en-US" sz="1406" kern="1200">
                <a:solidFill>
                  <a:srgbClr val="2C2C2C"/>
                </a:solidFill>
                <a:latin typeface="Century Gothic" panose="020b0502020202020204" pitchFamily="34" charset="0"/>
                <a:ea typeface="Century Gothic" panose="020b0502020202020204" pitchFamily="34" charset="0"/>
                <a:cs typeface="Arial" pitchFamily="34" charset="0"/>
              </a:defRPr>
            </a:lvl1pPr>
            <a:lvl2pPr>
              <a:defRPr lang="en-US" sz="1519" kern="1200" smtClean="0">
                <a:solidFill>
                  <a:srgbClr val="2C2C2C"/>
                </a:solidFill>
                <a:latin typeface="Poppins Regular" pitchFamily="34" charset="0"/>
                <a:ea typeface="Poppins Regular" pitchFamily="34" charset="-122"/>
                <a:cs typeface="Poppins Regular" pitchFamily="34" charset="-120"/>
              </a:defRPr>
            </a:lvl2pPr>
            <a:lvl3pPr>
              <a:defRPr lang="en-US" sz="1519" kern="1200" smtClean="0">
                <a:solidFill>
                  <a:srgbClr val="2C2C2C"/>
                </a:solidFill>
                <a:latin typeface="Poppins Regular" pitchFamily="34" charset="0"/>
                <a:ea typeface="Poppins Regular" pitchFamily="34" charset="-122"/>
                <a:cs typeface="Poppins Regular" pitchFamily="34" charset="-120"/>
              </a:defRPr>
            </a:lvl3pPr>
            <a:lvl4pPr>
              <a:defRPr lang="en-US" sz="1519" kern="1200" smtClean="0">
                <a:solidFill>
                  <a:srgbClr val="2C2C2C"/>
                </a:solidFill>
                <a:latin typeface="Poppins Regular" pitchFamily="34" charset="0"/>
                <a:ea typeface="Poppins Regular" pitchFamily="34" charset="-122"/>
                <a:cs typeface="Poppins Regular" pitchFamily="34" charset="-120"/>
              </a:defRPr>
            </a:lvl4pPr>
            <a:lvl5pPr>
              <a:defRPr lang="en-US" sz="1519" kern="1200">
                <a:solidFill>
                  <a:srgbClr val="2C2C2C"/>
                </a:solidFill>
                <a:latin typeface="Poppins Regular" pitchFamily="34" charset="0"/>
                <a:ea typeface="Poppins Regular" pitchFamily="34" charset="-122"/>
                <a:cs typeface="Poppins Regular" pitchFamily="34" charset="-120"/>
              </a:defRPr>
            </a:lvl5pPr>
          </a:lstStyle>
          <a:p>
            <a:pPr lvl="0"/>
            <a:r>
              <a:rPr lang="en-US"/>
              <a:t>Click to edit Master text styles</a:t>
            </a:r>
          </a:p>
        </p:txBody>
      </p:sp>
      <p:sp>
        <p:nvSpPr>
          <p:cNvPr id="38" name="Text Placeholder 5">
            <a:extLst>
              <a:ext uri="{FF2B5EF4-FFF2-40B4-BE49-F238E27FC236}">
                <a16:creationId xmlns:a16="http://schemas.microsoft.com/office/drawing/2014/main" id="{5EC8AB75-739A-438A-8B8C-941D8543F36A}"/>
              </a:ext>
            </a:extLst>
          </p:cNvPr>
          <p:cNvSpPr>
            <a:spLocks noGrp="1"/>
          </p:cNvSpPr>
          <p:nvPr>
            <p:ph type="body" sz="quarter" idx="18"/>
          </p:nvPr>
        </p:nvSpPr>
        <p:spPr>
          <a:xfrm>
            <a:off x="1419192" y="7328236"/>
            <a:ext cx="3700362" cy="1129963"/>
          </a:xfrm>
          <a:prstGeom prst="rect">
            <a:avLst/>
          </a:prstGeom>
        </p:spPr>
        <p:txBody>
          <a:bodyPr/>
          <a:lstStyle>
            <a:lvl1pPr marL="0" indent="0" algn="l" defTabSz="685800" rtl="0" eaLnBrk="1" latinLnBrk="0" hangingPunct="1">
              <a:lnSpc>
                <a:spcPts val="2110"/>
              </a:lnSpc>
              <a:spcBef>
                <a:spcPct val="0"/>
              </a:spcBef>
              <a:buNone/>
              <a:defRPr lang="en-US" sz="1406" kern="1200">
                <a:solidFill>
                  <a:srgbClr val="2C2C2C"/>
                </a:solidFill>
                <a:latin typeface="Century Gothic" panose="020b0502020202020204" pitchFamily="34" charset="0"/>
                <a:ea typeface="Century Gothic" panose="020b0502020202020204" pitchFamily="34" charset="0"/>
                <a:cs typeface="Arial" pitchFamily="34" charset="0"/>
              </a:defRPr>
            </a:lvl1pPr>
            <a:lvl2pPr>
              <a:defRPr lang="en-US" sz="1519" kern="1200" smtClean="0">
                <a:solidFill>
                  <a:srgbClr val="2C2C2C"/>
                </a:solidFill>
                <a:latin typeface="Poppins Regular" pitchFamily="34" charset="0"/>
                <a:ea typeface="Poppins Regular" pitchFamily="34" charset="-122"/>
                <a:cs typeface="Poppins Regular" pitchFamily="34" charset="-120"/>
              </a:defRPr>
            </a:lvl2pPr>
            <a:lvl3pPr>
              <a:defRPr lang="en-US" sz="1519" kern="1200" smtClean="0">
                <a:solidFill>
                  <a:srgbClr val="2C2C2C"/>
                </a:solidFill>
                <a:latin typeface="Poppins Regular" pitchFamily="34" charset="0"/>
                <a:ea typeface="Poppins Regular" pitchFamily="34" charset="-122"/>
                <a:cs typeface="Poppins Regular" pitchFamily="34" charset="-120"/>
              </a:defRPr>
            </a:lvl3pPr>
            <a:lvl4pPr>
              <a:defRPr lang="en-US" sz="1519" kern="1200" smtClean="0">
                <a:solidFill>
                  <a:srgbClr val="2C2C2C"/>
                </a:solidFill>
                <a:latin typeface="Poppins Regular" pitchFamily="34" charset="0"/>
                <a:ea typeface="Poppins Regular" pitchFamily="34" charset="-122"/>
                <a:cs typeface="Poppins Regular" pitchFamily="34" charset="-120"/>
              </a:defRPr>
            </a:lvl4pPr>
            <a:lvl5pPr>
              <a:defRPr lang="en-US" sz="1519" kern="1200">
                <a:solidFill>
                  <a:srgbClr val="2C2C2C"/>
                </a:solidFill>
                <a:latin typeface="Poppins Regular" pitchFamily="34" charset="0"/>
                <a:ea typeface="Poppins Regular" pitchFamily="34" charset="-122"/>
                <a:cs typeface="Poppins Regular" pitchFamily="34" charset="-120"/>
              </a:defRPr>
            </a:lvl5pPr>
          </a:lstStyle>
          <a:p>
            <a:pPr lvl="0"/>
            <a:r>
              <a:rPr lang="en-US"/>
              <a:t>Click to edit Master text styles</a:t>
            </a:r>
          </a:p>
        </p:txBody>
      </p:sp>
      <p:sp>
        <p:nvSpPr>
          <p:cNvPr id="39" name="Footer Placeholder" title=""/>
          <p:cNvSpPr txBox="1">
            <a:spLocks noGrp="1"/>
          </p:cNvSpPr>
          <p:nvPr>
            <p:ph type="ftr" sz="quarter" idx="3"/>
          </p:nvPr>
        </p:nvSpPr>
        <p:spPr/>
        <p:txBody>
          <a:bodyPr vert="horz" lIns="91440" tIns="45720" rIns="91440" bIns="45720" rtlCol="0" anchor="ctr"/>
          <a:lstStyle>
            <a:lvl1pPr algn="ctr">
              <a:defRPr sz="1200">
                <a:solidFill>
                  <a:schemeClr val="tx1">
                    <a:tint val="75000"/>
                  </a:schemeClr>
                </a:solidFill>
              </a:defRPr>
            </a:lvl1pPr>
          </a:lstStyle>
          <a:p>
            <a:r>
              <a:rPr lang="en-US"/>
              <a:t>Confidential - Customer Success Analysis</a:t>
            </a:r>
          </a:p>
        </p:txBody>
      </p:sp>
    </p:spTree>
    <p:extLst>
      <p:ext uri="{BB962C8B-B14F-4D97-AF65-F5344CB8AC3E}">
        <p14:creationId val="911650170"/>
      </p:ext>
    </p:extLst>
  </p:cSld>
  <p:clrMapOvr>
    <a:masterClrMapping/>
  </p:clrMapOvr>
  <p:transition/>
  <p:timing/>
</p:sldLayout>
</file>

<file path=ppt/slideLayouts/slideLayout23.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reserve="1" userDrawn="1">
  <p:cSld name="7_Custom Layout">
    <p:spTree>
      <p:nvGrpSpPr>
        <p:cNvPr id="1" name=""/>
        <p:cNvGrpSpPr/>
        <p:nvPr/>
      </p:nvGrpSpPr>
      <p:grpSpPr>
        <a:xfrm>
          <a:off x="0" y="0"/>
          <a:ext cx="0" cy="0"/>
        </a:xfrm>
      </p:grpSpPr>
      <p:graphicFrame>
        <p:nvGraphicFramePr>
          <p:cNvPr id="6" name="think-cell data - do not delete" hidden="1">
            <a:extLst>
              <a:ext uri="{FF2B5EF4-FFF2-40B4-BE49-F238E27FC236}">
                <a16:creationId xmlns:a16="http://schemas.microsoft.com/office/drawing/2014/main" id="{979277FD-5A2C-3200-3F38-62D8C696F091}"/>
              </a:ext>
            </a:extLst>
          </p:cNvPr>
          <p:cNvGraphicFramePr>
            <a:graphicFrameLocks noChangeAspect="1"/>
          </p:cNvGraphicFramePr>
          <p:nvPr userDrawn="1">
            <p:custDataLst>
              <p:tags r:id="rId1"/>
            </p:custDataLst>
            <p:extLst>
              <p:ext uri="{D42A27DB-BD31-4B8C-83A1-F6EECF244321}">
                <p14:modId val="3278524844"/>
              </p:ext>
            </p:extLst>
          </p:nvPr>
        </p:nvGraphicFramePr>
        <p:xfrm>
          <a:off x="1191" y="1588"/>
          <a:ext cx="1191" cy="1588"/>
        </p:xfrm>
        <a:graphic>
          <a:graphicData uri="http://schemas.openxmlformats.org/presentationml/2006/ole">
            <mc:AlternateContent>
              <mc:Choice xmlns:v="urn:schemas-microsoft-com:vml" Requires="v">
                <p:oleObj spid="_x0000_s1049" name="think-cell Slide" r:id="rId2" imgW="484" imgH="486" progId="TCLayout.ActiveDocument.1">
                  <p:embed/>
                </p:oleObj>
              </mc:Choice>
              <mc:Fallback>
                <p:oleObj name="think-cell Slide" r:id="rId2" imgW="484" imgH="486" progId="TCLayout.ActiveDocument.1">
                  <p:embed/>
                  <p:pic>
                    <p:nvPicPr>
                      <p:cNvPr id="0" name="OLE substitute image"/>
                      <p:cNvPicPr/>
                      <p:nvPr/>
                    </p:nvPicPr>
                    <p:blipFill>
                      <a:blip r:embed="rId3"/>
                      <a:stretch>
                        <a:fillRect/>
                      </a:stretch>
                    </p:blipFill>
                    <p:spPr>
                      <a:xfrm>
                        <a:off x="1191" y="1588"/>
                        <a:ext cx="1191" cy="1588"/>
                      </a:xfrm>
                      <a:prstGeom prst="rect">
                        <a:avLst/>
                      </a:prstGeom>
                    </p:spPr>
                  </p:pic>
                </p:oleObj>
              </mc:Fallback>
            </mc:AlternateContent>
          </a:graphicData>
        </a:graphic>
      </p:graphicFrame>
      <p:pic>
        <p:nvPicPr>
          <p:cNvPr id="33" name="Image 5" descr="preencoded.png">
            <a:extLst>
              <a:ext uri="{FF2B5EF4-FFF2-40B4-BE49-F238E27FC236}">
                <a16:creationId xmlns:a16="http://schemas.microsoft.com/office/drawing/2014/main" id="{17D786E4-7EDA-4BE6-8FF7-E5A33C58D257}"/>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714375" y="3819525"/>
            <a:ext cx="4900613" cy="5219700"/>
          </a:xfrm>
          <a:prstGeom prst="rect">
            <a:avLst/>
          </a:prstGeom>
        </p:spPr>
      </p:pic>
      <p:pic>
        <p:nvPicPr>
          <p:cNvPr id="34" name="Image 6" descr="preencoded.png">
            <a:extLst>
              <a:ext uri="{FF2B5EF4-FFF2-40B4-BE49-F238E27FC236}">
                <a16:creationId xmlns:a16="http://schemas.microsoft.com/office/drawing/2014/main" id="{58BD1A93-989F-46D1-849A-4E0DA673B357}"/>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8079581" y="3819525"/>
            <a:ext cx="4900613" cy="5219700"/>
          </a:xfrm>
          <a:prstGeom prst="rect">
            <a:avLst/>
          </a:prstGeom>
        </p:spPr>
      </p:pic>
      <p:pic>
        <p:nvPicPr>
          <p:cNvPr id="15" name="Image 4" descr="preencoded.png">
            <a:extLst>
              <a:ext uri="{FF2B5EF4-FFF2-40B4-BE49-F238E27FC236}">
                <a16:creationId xmlns:a16="http://schemas.microsoft.com/office/drawing/2014/main" id="{788C2007-D360-4FFF-9B7E-8E6DDD5166D0}"/>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12982716" y="9701938"/>
            <a:ext cx="733284" cy="585062"/>
          </a:xfrm>
          <a:prstGeom prst="rect">
            <a:avLst/>
          </a:prstGeom>
        </p:spPr>
      </p:pic>
      <p:sp>
        <p:nvSpPr>
          <p:cNvPr id="17" name="Slide Number Placeholder 5">
            <a:extLst>
              <a:ext uri="{FF2B5EF4-FFF2-40B4-BE49-F238E27FC236}">
                <a16:creationId xmlns:a16="http://schemas.microsoft.com/office/drawing/2014/main" id="{9E0DE121-3CF7-4C8C-B9FE-FD9AB53486C0}"/>
              </a:ext>
            </a:extLst>
          </p:cNvPr>
          <p:cNvSpPr>
            <a:spLocks noGrp="1"/>
          </p:cNvSpPr>
          <p:nvPr>
            <p:ph type="sldNum" sz="quarter" idx="13"/>
          </p:nvPr>
        </p:nvSpPr>
        <p:spPr>
          <a:xfrm>
            <a:off x="12982716" y="9806575"/>
            <a:ext cx="733284" cy="378105"/>
          </a:xfrm>
          <a:prstGeom prst="rect">
            <a:avLst/>
          </a:prstGeom>
        </p:spPr>
        <p:txBody>
          <a:bodyPr/>
          <a:lstStyle>
            <a:lvl1pPr marL="0" algn="ctr" defTabSz="914400" rtl="0" eaLnBrk="1" latinLnBrk="0" hangingPunct="1">
              <a:defRPr lang="en-US" sz="1350" kern="1200">
                <a:solidFill>
                  <a:srgbClr val="FFFFFF"/>
                </a:solidFill>
                <a:latin typeface="Century Gothic" panose="020b0502020202020204" pitchFamily="34" charset="0"/>
                <a:ea typeface="Century Gothic" panose="020b0502020202020204" pitchFamily="34" charset="0"/>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3D6C64-01FF-444E-AD84-E895EC95156E}" type="slidenum">
              <a:rPr lang="en-US" smtClean="0"/>
              <a:t>‹#›</a:t>
            </a:fld>
            <a:endParaRPr lang="en-US"/>
          </a:p>
        </p:txBody>
      </p:sp>
      <p:sp>
        <p:nvSpPr>
          <p:cNvPr id="21" name="Title 19">
            <a:extLst>
              <a:ext uri="{FF2B5EF4-FFF2-40B4-BE49-F238E27FC236}">
                <a16:creationId xmlns:a16="http://schemas.microsoft.com/office/drawing/2014/main" id="{0074C98C-5A66-41B2-A70E-B454BF3A9711}"/>
              </a:ext>
            </a:extLst>
          </p:cNvPr>
          <p:cNvSpPr>
            <a:spLocks noGrp="1"/>
          </p:cNvSpPr>
          <p:nvPr>
            <p:ph type="title"/>
          </p:nvPr>
        </p:nvSpPr>
        <p:spPr>
          <a:xfrm>
            <a:off x="628650" y="912814"/>
            <a:ext cx="11830050" cy="609600"/>
          </a:xfrm>
          <a:prstGeom prst="rect">
            <a:avLst/>
          </a:prstGeom>
        </p:spPr>
        <p:txBody>
          <a:bodyPr vert="horz"/>
          <a:lstStyle>
            <a:lvl1pPr algn="l">
              <a:defRPr lang="en-US" sz="2531" b="1" kern="1200">
                <a:solidFill>
                  <a:srgbClr val="2C2C2C"/>
                </a:solidFill>
                <a:latin typeface="Century Gothic" panose="020b0502020202020204" pitchFamily="34" charset="0"/>
                <a:ea typeface="Century Gothic" panose="020b0502020202020204" pitchFamily="34" charset="0"/>
                <a:cs typeface="Poppins SemiBold" pitchFamily="34" charset="-120"/>
              </a:defRPr>
            </a:lvl1pPr>
          </a:lstStyle>
          <a:p>
            <a:r>
              <a:rPr lang="en-US"/>
              <a:t>Click to edit Master title style</a:t>
            </a:r>
          </a:p>
        </p:txBody>
      </p:sp>
      <p:pic>
        <p:nvPicPr>
          <p:cNvPr id="8" name="Image 3" descr="preencoded.png">
            <a:extLst>
              <a:ext uri="{FF2B5EF4-FFF2-40B4-BE49-F238E27FC236}">
                <a16:creationId xmlns:a16="http://schemas.microsoft.com/office/drawing/2014/main" id="{5078088C-EB7A-4300-8CEC-B3DA7DF4D4E1}"/>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714375" y="2657476"/>
            <a:ext cx="4900613" cy="942975"/>
          </a:xfrm>
          <a:prstGeom prst="rect">
            <a:avLst/>
          </a:prstGeom>
        </p:spPr>
      </p:pic>
      <p:pic>
        <p:nvPicPr>
          <p:cNvPr id="9" name="Image 4" descr="preencoded.png">
            <a:extLst>
              <a:ext uri="{FF2B5EF4-FFF2-40B4-BE49-F238E27FC236}">
                <a16:creationId xmlns:a16="http://schemas.microsoft.com/office/drawing/2014/main" id="{B7C2C353-DA3D-46DC-8F19-01A1A32B3CAD}"/>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8079581" y="2657476"/>
            <a:ext cx="4900613" cy="942975"/>
          </a:xfrm>
          <a:prstGeom prst="rect">
            <a:avLst/>
          </a:prstGeom>
        </p:spPr>
      </p:pic>
      <p:pic>
        <p:nvPicPr>
          <p:cNvPr id="10" name="Image 7" descr="preencoded.png">
            <a:extLst>
              <a:ext uri="{FF2B5EF4-FFF2-40B4-BE49-F238E27FC236}">
                <a16:creationId xmlns:a16="http://schemas.microsoft.com/office/drawing/2014/main" id="{7BC3433F-D593-4375-BCD5-8EDFCB04FD5C}"/>
              </a:ext>
            </a:extLst>
          </p:cNvPr>
          <p:cNvPicPr>
            <a:picLocks noChangeAspect="1"/>
          </p:cNvPicPr>
          <p:nvPr userDrawn="1"/>
        </p:nvPicPr>
        <p:blipFill>
          <a:blip r:embed="rId10">
            <a:extLst>
              <a:ext uri="{96DAC541-7B7A-43D3-8B79-37D633B846F1}">
                <asvg:svgBlip xmlns:asvg="http://schemas.microsoft.com/office/drawing/2016/SVG/main" r:embed="rId11"/>
              </a:ext>
            </a:extLst>
          </a:blip>
          <a:stretch>
            <a:fillRect/>
          </a:stretch>
        </p:blipFill>
        <p:spPr>
          <a:xfrm>
            <a:off x="6050756" y="5200651"/>
            <a:ext cx="1600200" cy="542925"/>
          </a:xfrm>
          <a:prstGeom prst="rect">
            <a:avLst/>
          </a:prstGeom>
        </p:spPr>
      </p:pic>
      <p:pic>
        <p:nvPicPr>
          <p:cNvPr id="11" name="Image 8" descr="preencoded.png">
            <a:extLst>
              <a:ext uri="{FF2B5EF4-FFF2-40B4-BE49-F238E27FC236}">
                <a16:creationId xmlns:a16="http://schemas.microsoft.com/office/drawing/2014/main" id="{CEDA488C-7652-4E59-BE4F-3650F243204E}"/>
              </a:ext>
            </a:extLst>
          </p:cNvPr>
          <p:cNvPicPr>
            <a:picLocks noChangeAspect="1"/>
          </p:cNvPicPr>
          <p:nvPr userDrawn="1"/>
        </p:nvPicPr>
        <p:blipFill>
          <a:blip r:embed="rId12">
            <a:extLst>
              <a:ext uri="{96DAC541-7B7A-43D3-8B79-37D633B846F1}">
                <asvg:svgBlip xmlns:asvg="http://schemas.microsoft.com/office/drawing/2016/SVG/main" r:embed="rId13"/>
              </a:ext>
            </a:extLst>
          </a:blip>
          <a:stretch>
            <a:fillRect/>
          </a:stretch>
        </p:blipFill>
        <p:spPr>
          <a:xfrm>
            <a:off x="6015038" y="5715001"/>
            <a:ext cx="78581" cy="104775"/>
          </a:xfrm>
          <a:prstGeom prst="rect">
            <a:avLst/>
          </a:prstGeom>
        </p:spPr>
      </p:pic>
      <p:pic>
        <p:nvPicPr>
          <p:cNvPr id="12" name="Image 9" descr="preencoded.png">
            <a:extLst>
              <a:ext uri="{FF2B5EF4-FFF2-40B4-BE49-F238E27FC236}">
                <a16:creationId xmlns:a16="http://schemas.microsoft.com/office/drawing/2014/main" id="{967A0A35-6CB7-4A04-B37B-3515123B770A}"/>
              </a:ext>
            </a:extLst>
          </p:cNvPr>
          <p:cNvPicPr>
            <a:picLocks noChangeAspect="1"/>
          </p:cNvPicPr>
          <p:nvPr userDrawn="1"/>
        </p:nvPicPr>
        <p:blipFill>
          <a:blip r:embed="rId14">
            <a:extLst>
              <a:ext uri="{96DAC541-7B7A-43D3-8B79-37D633B846F1}">
                <asvg:svgBlip xmlns:asvg="http://schemas.microsoft.com/office/drawing/2016/SVG/main" r:embed="rId15"/>
              </a:ext>
            </a:extLst>
          </a:blip>
          <a:stretch>
            <a:fillRect/>
          </a:stretch>
        </p:blipFill>
        <p:spPr>
          <a:xfrm>
            <a:off x="7558088" y="5581650"/>
            <a:ext cx="164306" cy="228600"/>
          </a:xfrm>
          <a:prstGeom prst="rect">
            <a:avLst/>
          </a:prstGeom>
        </p:spPr>
      </p:pic>
      <p:pic>
        <p:nvPicPr>
          <p:cNvPr id="13" name="Image 10" descr="preencoded.png">
            <a:extLst>
              <a:ext uri="{FF2B5EF4-FFF2-40B4-BE49-F238E27FC236}">
                <a16:creationId xmlns:a16="http://schemas.microsoft.com/office/drawing/2014/main" id="{B71A2793-A38D-45F0-892C-2825B7AF119B}"/>
              </a:ext>
            </a:extLst>
          </p:cNvPr>
          <p:cNvPicPr>
            <a:picLocks noChangeAspect="1"/>
          </p:cNvPicPr>
          <p:nvPr userDrawn="1"/>
        </p:nvPicPr>
        <p:blipFill>
          <a:blip r:embed="rId16">
            <a:extLst>
              <a:ext uri="{96DAC541-7B7A-43D3-8B79-37D633B846F1}">
                <asvg:svgBlip xmlns:asvg="http://schemas.microsoft.com/office/drawing/2016/SVG/main" r:embed="rId17"/>
              </a:ext>
            </a:extLst>
          </a:blip>
          <a:stretch>
            <a:fillRect/>
          </a:stretch>
        </p:blipFill>
        <p:spPr>
          <a:xfrm>
            <a:off x="6043613" y="6200776"/>
            <a:ext cx="1600200" cy="542925"/>
          </a:xfrm>
          <a:prstGeom prst="rect">
            <a:avLst/>
          </a:prstGeom>
        </p:spPr>
      </p:pic>
      <p:pic>
        <p:nvPicPr>
          <p:cNvPr id="14" name="Image 11" descr="preencoded.png">
            <a:extLst>
              <a:ext uri="{FF2B5EF4-FFF2-40B4-BE49-F238E27FC236}">
                <a16:creationId xmlns:a16="http://schemas.microsoft.com/office/drawing/2014/main" id="{5F18F3A7-C6E8-4CC2-8386-3E109DBD96DE}"/>
              </a:ext>
            </a:extLst>
          </p:cNvPr>
          <p:cNvPicPr>
            <a:picLocks noChangeAspect="1"/>
          </p:cNvPicPr>
          <p:nvPr userDrawn="1"/>
        </p:nvPicPr>
        <p:blipFill>
          <a:blip r:embed="rId18">
            <a:extLst>
              <a:ext uri="{96DAC541-7B7A-43D3-8B79-37D633B846F1}">
                <asvg:svgBlip xmlns:asvg="http://schemas.microsoft.com/office/drawing/2016/SVG/main" r:embed="rId19"/>
              </a:ext>
            </a:extLst>
          </a:blip>
          <a:stretch>
            <a:fillRect/>
          </a:stretch>
        </p:blipFill>
        <p:spPr>
          <a:xfrm>
            <a:off x="7593807" y="6124576"/>
            <a:ext cx="78581" cy="104775"/>
          </a:xfrm>
          <a:prstGeom prst="rect">
            <a:avLst/>
          </a:prstGeom>
        </p:spPr>
      </p:pic>
      <p:pic>
        <p:nvPicPr>
          <p:cNvPr id="16" name="Image 12" descr="preencoded.png">
            <a:extLst>
              <a:ext uri="{FF2B5EF4-FFF2-40B4-BE49-F238E27FC236}">
                <a16:creationId xmlns:a16="http://schemas.microsoft.com/office/drawing/2014/main" id="{B439344D-A6A9-4814-8CC6-0DE6614E28EB}"/>
              </a:ext>
            </a:extLst>
          </p:cNvPr>
          <p:cNvPicPr>
            <a:picLocks noChangeAspect="1"/>
          </p:cNvPicPr>
          <p:nvPr userDrawn="1"/>
        </p:nvPicPr>
        <p:blipFill>
          <a:blip r:embed="rId20">
            <a:extLst>
              <a:ext uri="{96DAC541-7B7A-43D3-8B79-37D633B846F1}">
                <asvg:svgBlip xmlns:asvg="http://schemas.microsoft.com/office/drawing/2016/SVG/main" r:embed="rId21"/>
              </a:ext>
            </a:extLst>
          </a:blip>
          <a:stretch>
            <a:fillRect/>
          </a:stretch>
        </p:blipFill>
        <p:spPr>
          <a:xfrm>
            <a:off x="5972176" y="6134100"/>
            <a:ext cx="164306" cy="228600"/>
          </a:xfrm>
          <a:prstGeom prst="rect">
            <a:avLst/>
          </a:prstGeom>
        </p:spPr>
      </p:pic>
      <p:pic>
        <p:nvPicPr>
          <p:cNvPr id="18" name="Image 13" descr="preencoded.png">
            <a:extLst>
              <a:ext uri="{FF2B5EF4-FFF2-40B4-BE49-F238E27FC236}">
                <a16:creationId xmlns:a16="http://schemas.microsoft.com/office/drawing/2014/main" id="{AA75EEDD-7473-4DC2-BFA3-716695FD4459}"/>
              </a:ext>
            </a:extLst>
          </p:cNvPr>
          <p:cNvPicPr>
            <a:picLocks noChangeAspect="1"/>
          </p:cNvPicPr>
          <p:nvPr userDrawn="1"/>
        </p:nvPicPr>
        <p:blipFill>
          <a:blip r:embed="rId22">
            <a:extLst>
              <a:ext uri="{96DAC541-7B7A-43D3-8B79-37D633B846F1}">
                <asvg:svgBlip xmlns:asvg="http://schemas.microsoft.com/office/drawing/2016/SVG/main" r:embed="rId23"/>
              </a:ext>
            </a:extLst>
          </a:blip>
          <a:stretch>
            <a:fillRect/>
          </a:stretch>
        </p:blipFill>
        <p:spPr>
          <a:xfrm>
            <a:off x="4922044" y="2819400"/>
            <a:ext cx="471488" cy="628650"/>
          </a:xfrm>
          <a:prstGeom prst="rect">
            <a:avLst/>
          </a:prstGeom>
        </p:spPr>
      </p:pic>
      <p:pic>
        <p:nvPicPr>
          <p:cNvPr id="19" name="Image 14" descr="preencoded.png">
            <a:extLst>
              <a:ext uri="{FF2B5EF4-FFF2-40B4-BE49-F238E27FC236}">
                <a16:creationId xmlns:a16="http://schemas.microsoft.com/office/drawing/2014/main" id="{9E15C9AE-4BF7-4835-9BC4-A4E837A052DC}"/>
              </a:ext>
            </a:extLst>
          </p:cNvPr>
          <p:cNvPicPr>
            <a:picLocks noChangeAspect="1"/>
          </p:cNvPicPr>
          <p:nvPr userDrawn="1"/>
        </p:nvPicPr>
        <p:blipFill>
          <a:blip r:embed="rId22">
            <a:extLst>
              <a:ext uri="{96DAC541-7B7A-43D3-8B79-37D633B846F1}">
                <asvg:svgBlip xmlns:asvg="http://schemas.microsoft.com/office/drawing/2016/SVG/main" r:embed="rId23"/>
              </a:ext>
            </a:extLst>
          </a:blip>
          <a:stretch>
            <a:fillRect/>
          </a:stretch>
        </p:blipFill>
        <p:spPr>
          <a:xfrm>
            <a:off x="12287250" y="2819400"/>
            <a:ext cx="471488" cy="628650"/>
          </a:xfrm>
          <a:prstGeom prst="rect">
            <a:avLst/>
          </a:prstGeom>
        </p:spPr>
      </p:pic>
      <p:sp>
        <p:nvSpPr>
          <p:cNvPr id="37" name="Text Placeholder 5">
            <a:extLst>
              <a:ext uri="{FF2B5EF4-FFF2-40B4-BE49-F238E27FC236}">
                <a16:creationId xmlns:a16="http://schemas.microsoft.com/office/drawing/2014/main" id="{47854D8D-5FE5-4AFA-A95F-9E883D2F12F1}"/>
              </a:ext>
            </a:extLst>
          </p:cNvPr>
          <p:cNvSpPr>
            <a:spLocks noGrp="1"/>
          </p:cNvSpPr>
          <p:nvPr>
            <p:ph type="body" sz="quarter" idx="18"/>
          </p:nvPr>
        </p:nvSpPr>
        <p:spPr>
          <a:xfrm>
            <a:off x="932635" y="4015515"/>
            <a:ext cx="4460896" cy="3717922"/>
          </a:xfrm>
          <a:prstGeom prst="rect">
            <a:avLst/>
          </a:prstGeom>
        </p:spPr>
        <p:txBody>
          <a:bodyPr/>
          <a:lstStyle>
            <a:lvl1pPr marL="214313" marR="0" indent="-214313" algn="l" defTabSz="685800" rtl="0" eaLnBrk="1" fontAlgn="auto" latinLnBrk="0" hangingPunct="1">
              <a:lnSpc>
                <a:spcPts val="1890"/>
              </a:lnSpc>
              <a:spcBef>
                <a:spcPct val="0"/>
              </a:spcBef>
              <a:spcAft>
                <a:spcPts val="1969"/>
              </a:spcAft>
              <a:buClrTx/>
              <a:buSzPct val="80000"/>
              <a:buFontTx/>
              <a:buBlip>
                <a:blip r:embed="rId24">
                  <a:extLst>
                    <a:ext uri="{96DAC541-7B7A-43D3-8B79-37D633B846F1}">
                      <asvg:svgBlip xmlns:asvg="http://schemas.microsoft.com/office/drawing/2016/SVG/main" r:embed="rId25"/>
                    </a:ext>
                  </a:extLst>
                </a:blip>
              </a:buBlip>
              <a:defRPr lang="en-US" sz="1350" kern="1200">
                <a:solidFill>
                  <a:srgbClr val="2C2C2C"/>
                </a:solidFill>
                <a:latin typeface="Century Gothic" panose="020b0502020202020204" pitchFamily="34" charset="0"/>
                <a:ea typeface="Century Gothic" panose="020b0502020202020204" pitchFamily="34" charset="0"/>
                <a:cs typeface="Arial" pitchFamily="34" charset="0"/>
              </a:defRPr>
            </a:lvl1pPr>
            <a:lvl2pPr>
              <a:defRPr lang="en-US" sz="1519" kern="1200" smtClean="0">
                <a:solidFill>
                  <a:srgbClr val="204852"/>
                </a:solidFill>
                <a:latin typeface="Poppins SemiBold" pitchFamily="34" charset="0"/>
                <a:ea typeface="Poppins SemiBold" pitchFamily="34" charset="-122"/>
                <a:cs typeface="Poppins SemiBold" pitchFamily="34" charset="-120"/>
              </a:defRPr>
            </a:lvl2pPr>
            <a:lvl3pPr>
              <a:defRPr lang="en-US" sz="1519" kern="1200" smtClean="0">
                <a:solidFill>
                  <a:srgbClr val="204852"/>
                </a:solidFill>
                <a:latin typeface="Poppins SemiBold" pitchFamily="34" charset="0"/>
                <a:ea typeface="Poppins SemiBold" pitchFamily="34" charset="-122"/>
                <a:cs typeface="Poppins SemiBold" pitchFamily="34" charset="-120"/>
              </a:defRPr>
            </a:lvl3pPr>
            <a:lvl4pPr>
              <a:defRPr lang="en-US" sz="1519" kern="1200" smtClean="0">
                <a:solidFill>
                  <a:srgbClr val="204852"/>
                </a:solidFill>
                <a:latin typeface="Poppins SemiBold" pitchFamily="34" charset="0"/>
                <a:ea typeface="Poppins SemiBold" pitchFamily="34" charset="-122"/>
                <a:cs typeface="Poppins SemiBold" pitchFamily="34" charset="-120"/>
              </a:defRPr>
            </a:lvl4pPr>
            <a:lvl5pPr>
              <a:defRPr lang="en-US" sz="1519" kern="1200">
                <a:solidFill>
                  <a:srgbClr val="204852"/>
                </a:solidFill>
                <a:latin typeface="Poppins SemiBold" pitchFamily="34" charset="0"/>
                <a:ea typeface="Poppins SemiBold" pitchFamily="34" charset="-122"/>
                <a:cs typeface="Poppins SemiBold" pitchFamily="34" charset="-120"/>
              </a:defRPr>
            </a:lvl5pPr>
          </a:lstStyle>
          <a:p>
            <a:pPr lvl="0"/>
            <a:r>
              <a:rPr lang="en-US"/>
              <a:t>Click to edit Master text styles</a:t>
            </a:r>
          </a:p>
          <a:p>
            <a:pPr marL="214313" marR="0" lvl="0" indent="-214313" algn="l" defTabSz="685800" rtl="0" eaLnBrk="1" fontAlgn="auto" latinLnBrk="0" hangingPunct="1">
              <a:lnSpc>
                <a:spcPts val="1890"/>
              </a:lnSpc>
              <a:spcBef>
                <a:spcPct val="0"/>
              </a:spcBef>
              <a:spcAft>
                <a:spcPts val="1969"/>
              </a:spcAft>
              <a:buClrTx/>
              <a:buSzPct val="80000"/>
              <a:buFontTx/>
              <a:buBlip>
                <a:blip r:embed="rId24">
                  <a:extLst>
                    <a:ext uri="{96DAC541-7B7A-43D3-8B79-37D633B846F1}">
                      <asvg:svgBlip xmlns:asvg="http://schemas.microsoft.com/office/drawing/2016/SVG/main" r:embed="rId25"/>
                    </a:ext>
                  </a:extLst>
                </a:blip>
              </a:buBlip>
              <a:defRPr/>
            </a:pPr>
            <a:r>
              <a:rPr lang="en-US"/>
              <a:t>Click to edit Master text styles</a:t>
            </a:r>
          </a:p>
          <a:p>
            <a:pPr lvl="0"/>
            <a:r>
              <a:rPr lang="en-US"/>
              <a:t>Click to edit Master text styles</a:t>
            </a:r>
          </a:p>
          <a:p>
            <a:pPr marL="214313" marR="0" lvl="0" indent="-214313" algn="l" defTabSz="685800" rtl="0" eaLnBrk="1" fontAlgn="auto" latinLnBrk="0" hangingPunct="1">
              <a:lnSpc>
                <a:spcPct val="100000"/>
              </a:lnSpc>
              <a:spcBef>
                <a:spcPct val="20000"/>
              </a:spcBef>
              <a:spcAft>
                <a:spcPct val="0"/>
              </a:spcAft>
              <a:buClrTx/>
              <a:buSzPct val="80000"/>
              <a:buFontTx/>
              <a:buBlip>
                <a:blip r:embed="rId24">
                  <a:extLst>
                    <a:ext uri="{96DAC541-7B7A-43D3-8B79-37D633B846F1}">
                      <asvg:svgBlip xmlns:asvg="http://schemas.microsoft.com/office/drawing/2016/SVG/main" r:embed="rId25"/>
                    </a:ext>
                  </a:extLst>
                </a:blip>
              </a:buBlip>
              <a:defRPr/>
            </a:pPr>
            <a:r>
              <a:rPr lang="en-US"/>
              <a:t>Click to edit Master text styles</a:t>
            </a:r>
          </a:p>
          <a:p>
            <a:pPr lvl="0"/>
            <a:endParaRPr lang="en-US"/>
          </a:p>
        </p:txBody>
      </p:sp>
      <p:sp>
        <p:nvSpPr>
          <p:cNvPr id="38" name="Text Placeholder 5">
            <a:extLst>
              <a:ext uri="{FF2B5EF4-FFF2-40B4-BE49-F238E27FC236}">
                <a16:creationId xmlns:a16="http://schemas.microsoft.com/office/drawing/2014/main" id="{B05CC0E5-CA3F-4CE6-8D26-CF3CD6A78B17}"/>
              </a:ext>
            </a:extLst>
          </p:cNvPr>
          <p:cNvSpPr>
            <a:spLocks noGrp="1"/>
          </p:cNvSpPr>
          <p:nvPr>
            <p:ph type="body" sz="quarter" idx="19"/>
          </p:nvPr>
        </p:nvSpPr>
        <p:spPr>
          <a:xfrm>
            <a:off x="8322470" y="4015515"/>
            <a:ext cx="4460896" cy="3717922"/>
          </a:xfrm>
          <a:prstGeom prst="rect">
            <a:avLst/>
          </a:prstGeom>
        </p:spPr>
        <p:txBody>
          <a:bodyPr/>
          <a:lstStyle>
            <a:lvl1pPr marL="214313" marR="0" indent="-214313" algn="l" defTabSz="685800" rtl="0" eaLnBrk="1" fontAlgn="auto" latinLnBrk="0" hangingPunct="1">
              <a:lnSpc>
                <a:spcPts val="1890"/>
              </a:lnSpc>
              <a:spcBef>
                <a:spcPct val="0"/>
              </a:spcBef>
              <a:spcAft>
                <a:spcPts val="1969"/>
              </a:spcAft>
              <a:buClrTx/>
              <a:buSzPct val="80000"/>
              <a:buFontTx/>
              <a:buBlip>
                <a:blip r:embed="rId24">
                  <a:extLst>
                    <a:ext uri="{96DAC541-7B7A-43D3-8B79-37D633B846F1}">
                      <asvg:svgBlip xmlns:asvg="http://schemas.microsoft.com/office/drawing/2016/SVG/main" r:embed="rId25"/>
                    </a:ext>
                  </a:extLst>
                </a:blip>
              </a:buBlip>
              <a:defRPr lang="en-US" sz="1350" kern="1200">
                <a:solidFill>
                  <a:srgbClr val="2C2C2C"/>
                </a:solidFill>
                <a:latin typeface="Century Gothic" panose="020b0502020202020204" pitchFamily="34" charset="0"/>
                <a:ea typeface="Century Gothic" panose="020b0502020202020204" pitchFamily="34" charset="0"/>
                <a:cs typeface="Arial" pitchFamily="34" charset="0"/>
              </a:defRPr>
            </a:lvl1pPr>
            <a:lvl2pPr>
              <a:defRPr lang="en-US" sz="1519" kern="1200" smtClean="0">
                <a:solidFill>
                  <a:srgbClr val="204852"/>
                </a:solidFill>
                <a:latin typeface="Poppins SemiBold" pitchFamily="34" charset="0"/>
                <a:ea typeface="Poppins SemiBold" pitchFamily="34" charset="-122"/>
                <a:cs typeface="Poppins SemiBold" pitchFamily="34" charset="-120"/>
              </a:defRPr>
            </a:lvl2pPr>
            <a:lvl3pPr>
              <a:defRPr lang="en-US" sz="1519" kern="1200" smtClean="0">
                <a:solidFill>
                  <a:srgbClr val="204852"/>
                </a:solidFill>
                <a:latin typeface="Poppins SemiBold" pitchFamily="34" charset="0"/>
                <a:ea typeface="Poppins SemiBold" pitchFamily="34" charset="-122"/>
                <a:cs typeface="Poppins SemiBold" pitchFamily="34" charset="-120"/>
              </a:defRPr>
            </a:lvl3pPr>
            <a:lvl4pPr>
              <a:defRPr lang="en-US" sz="1519" kern="1200" smtClean="0">
                <a:solidFill>
                  <a:srgbClr val="204852"/>
                </a:solidFill>
                <a:latin typeface="Poppins SemiBold" pitchFamily="34" charset="0"/>
                <a:ea typeface="Poppins SemiBold" pitchFamily="34" charset="-122"/>
                <a:cs typeface="Poppins SemiBold" pitchFamily="34" charset="-120"/>
              </a:defRPr>
            </a:lvl4pPr>
            <a:lvl5pPr>
              <a:defRPr lang="en-US" sz="1519" kern="1200">
                <a:solidFill>
                  <a:srgbClr val="204852"/>
                </a:solidFill>
                <a:latin typeface="Poppins SemiBold" pitchFamily="34" charset="0"/>
                <a:ea typeface="Poppins SemiBold" pitchFamily="34" charset="-122"/>
                <a:cs typeface="Poppins SemiBold" pitchFamily="34" charset="-120"/>
              </a:defRPr>
            </a:lvl5pPr>
          </a:lstStyle>
          <a:p>
            <a:pPr lvl="0"/>
            <a:r>
              <a:rPr lang="en-US"/>
              <a:t>Click to edit Master text styles</a:t>
            </a:r>
          </a:p>
          <a:p>
            <a:pPr marL="214313" marR="0" lvl="0" indent="-214313" algn="l" defTabSz="685800" rtl="0" eaLnBrk="1" fontAlgn="auto" latinLnBrk="0" hangingPunct="1">
              <a:lnSpc>
                <a:spcPts val="1890"/>
              </a:lnSpc>
              <a:spcBef>
                <a:spcPct val="0"/>
              </a:spcBef>
              <a:spcAft>
                <a:spcPts val="1969"/>
              </a:spcAft>
              <a:buClrTx/>
              <a:buSzPct val="80000"/>
              <a:buFontTx/>
              <a:buBlip>
                <a:blip r:embed="rId24">
                  <a:extLst>
                    <a:ext uri="{96DAC541-7B7A-43D3-8B79-37D633B846F1}">
                      <asvg:svgBlip xmlns:asvg="http://schemas.microsoft.com/office/drawing/2016/SVG/main" r:embed="rId25"/>
                    </a:ext>
                  </a:extLst>
                </a:blip>
              </a:buBlip>
              <a:defRPr/>
            </a:pPr>
            <a:r>
              <a:rPr lang="en-US"/>
              <a:t>Click to edit Master text styles</a:t>
            </a:r>
          </a:p>
          <a:p>
            <a:pPr lvl="0"/>
            <a:r>
              <a:rPr lang="en-US"/>
              <a:t>Click to edit Master text styles</a:t>
            </a:r>
          </a:p>
          <a:p>
            <a:pPr marL="214313" marR="0" lvl="0" indent="-214313" algn="l" defTabSz="685800" rtl="0" eaLnBrk="1" fontAlgn="auto" latinLnBrk="0" hangingPunct="1">
              <a:lnSpc>
                <a:spcPct val="100000"/>
              </a:lnSpc>
              <a:spcBef>
                <a:spcPct val="20000"/>
              </a:spcBef>
              <a:spcAft>
                <a:spcPct val="0"/>
              </a:spcAft>
              <a:buClrTx/>
              <a:buSzPct val="80000"/>
              <a:buFontTx/>
              <a:buBlip>
                <a:blip r:embed="rId24">
                  <a:extLst>
                    <a:ext uri="{96DAC541-7B7A-43D3-8B79-37D633B846F1}">
                      <asvg:svgBlip xmlns:asvg="http://schemas.microsoft.com/office/drawing/2016/SVG/main" r:embed="rId25"/>
                    </a:ext>
                  </a:extLst>
                </a:blip>
              </a:buBlip>
              <a:defRPr/>
            </a:pPr>
            <a:r>
              <a:rPr lang="en-US"/>
              <a:t>Click to edit Master text styles</a:t>
            </a:r>
          </a:p>
          <a:p>
            <a:pPr lvl="0"/>
            <a:endParaRPr lang="en-US"/>
          </a:p>
        </p:txBody>
      </p:sp>
      <p:sp>
        <p:nvSpPr>
          <p:cNvPr id="40" name="Text Placeholder 62">
            <a:extLst>
              <a:ext uri="{FF2B5EF4-FFF2-40B4-BE49-F238E27FC236}">
                <a16:creationId xmlns:a16="http://schemas.microsoft.com/office/drawing/2014/main" id="{D1DC1331-301D-4F18-A690-1B465CD10BD0}"/>
              </a:ext>
            </a:extLst>
          </p:cNvPr>
          <p:cNvSpPr>
            <a:spLocks noGrp="1"/>
          </p:cNvSpPr>
          <p:nvPr>
            <p:ph type="body" sz="quarter" idx="20" hasCustomPrompt="1"/>
          </p:nvPr>
        </p:nvSpPr>
        <p:spPr>
          <a:xfrm>
            <a:off x="957263" y="2936477"/>
            <a:ext cx="3780235" cy="384971"/>
          </a:xfrm>
          <a:prstGeom prst="rect">
            <a:avLst/>
          </a:prstGeom>
        </p:spPr>
        <p:txBody>
          <a:bodyPr/>
          <a:lstStyle>
            <a:lvl1pPr marL="0" indent="0">
              <a:buNone/>
              <a:defRPr lang="en-US" sz="1519" b="1" kern="1200">
                <a:solidFill>
                  <a:srgbClr val="FFFFFF"/>
                </a:solidFill>
                <a:latin typeface="Century Gothic" panose="020b0502020202020204" pitchFamily="34" charset="0"/>
                <a:ea typeface="Century Gothic" panose="020b0502020202020204" pitchFamily="34" charset="0"/>
                <a:cs typeface="Poppins SemiBold" pitchFamily="34" charset="-120"/>
              </a:defRPr>
            </a:lvl1pPr>
          </a:lstStyle>
          <a:p>
            <a:pPr lvl="0"/>
            <a:r>
              <a:rPr lang="en-US"/>
              <a:t>CLICK TO EDIT MASTER TEXT STYLES</a:t>
            </a:r>
          </a:p>
        </p:txBody>
      </p:sp>
      <p:sp>
        <p:nvSpPr>
          <p:cNvPr id="42" name="Text Placeholder 62">
            <a:extLst>
              <a:ext uri="{FF2B5EF4-FFF2-40B4-BE49-F238E27FC236}">
                <a16:creationId xmlns:a16="http://schemas.microsoft.com/office/drawing/2014/main" id="{B74DD538-37CD-4C45-AEB5-FF8C3703C102}"/>
              </a:ext>
            </a:extLst>
          </p:cNvPr>
          <p:cNvSpPr>
            <a:spLocks noGrp="1"/>
          </p:cNvSpPr>
          <p:nvPr>
            <p:ph type="body" sz="quarter" idx="21" hasCustomPrompt="1"/>
          </p:nvPr>
        </p:nvSpPr>
        <p:spPr>
          <a:xfrm>
            <a:off x="8321873" y="2936477"/>
            <a:ext cx="3780235" cy="384971"/>
          </a:xfrm>
          <a:prstGeom prst="rect">
            <a:avLst/>
          </a:prstGeom>
        </p:spPr>
        <p:txBody>
          <a:bodyPr/>
          <a:lstStyle>
            <a:lvl1pPr marL="0" indent="0">
              <a:buNone/>
              <a:defRPr lang="en-US" sz="1519" b="1" kern="1200">
                <a:solidFill>
                  <a:srgbClr val="FFFFFF"/>
                </a:solidFill>
                <a:latin typeface="Century Gothic" panose="020b0502020202020204" pitchFamily="34" charset="0"/>
                <a:ea typeface="Century Gothic" panose="020b0502020202020204" pitchFamily="34" charset="0"/>
                <a:cs typeface="Poppins SemiBold" pitchFamily="34" charset="-120"/>
              </a:defRPr>
            </a:lvl1pPr>
          </a:lstStyle>
          <a:p>
            <a:pPr lvl="0"/>
            <a:r>
              <a:rPr lang="en-US"/>
              <a:t>CLICK TO EDIT MASTER TEXT STYLES</a:t>
            </a:r>
          </a:p>
        </p:txBody>
      </p:sp>
      <p:sp>
        <p:nvSpPr>
          <p:cNvPr id="43" name="Footer Placeholder" title=""/>
          <p:cNvSpPr txBox="1">
            <a:spLocks noGrp="1"/>
          </p:cNvSpPr>
          <p:nvPr>
            <p:ph type="ftr" sz="quarter" idx="3"/>
          </p:nvPr>
        </p:nvSpPr>
        <p:spPr/>
        <p:txBody>
          <a:bodyPr vert="horz" lIns="91440" tIns="45720" rIns="91440" bIns="45720" rtlCol="0" anchor="ctr"/>
          <a:lstStyle>
            <a:lvl1pPr algn="ctr">
              <a:defRPr sz="1200">
                <a:solidFill>
                  <a:schemeClr val="tx1">
                    <a:tint val="75000"/>
                  </a:schemeClr>
                </a:solidFill>
              </a:defRPr>
            </a:lvl1pPr>
          </a:lstStyle>
          <a:p>
            <a:r>
              <a:rPr lang="en-US"/>
              <a:t>Confidential - Customer Success Analysis</a:t>
            </a:r>
          </a:p>
        </p:txBody>
      </p:sp>
    </p:spTree>
    <p:extLst>
      <p:ext uri="{BB962C8B-B14F-4D97-AF65-F5344CB8AC3E}">
        <p14:creationId val="2401356660"/>
      </p:ext>
    </p:extLst>
  </p:cSld>
  <p:clrMapOvr>
    <a:masterClrMapping/>
  </p:clrMapOvr>
  <p:transition/>
  <p:timing/>
</p:sldLayout>
</file>

<file path=ppt/slideLayouts/slideLayout24.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reserve="1" userDrawn="1">
  <p:cSld name="11_Custom Layout">
    <p:spTree>
      <p:nvGrpSpPr>
        <p:cNvPr id="1" name=""/>
        <p:cNvGrpSpPr/>
        <p:nvPr/>
      </p:nvGrpSpPr>
      <p:grpSpPr>
        <a:xfrm>
          <a:off x="0" y="0"/>
          <a:ext cx="0" cy="0"/>
        </a:xfrm>
      </p:grpSpPr>
      <p:pic>
        <p:nvPicPr>
          <p:cNvPr id="4" name="Image 0" descr="preencoded.png">
            <a:extLst>
              <a:ext uri="{FF2B5EF4-FFF2-40B4-BE49-F238E27FC236}">
                <a16:creationId xmlns:a16="http://schemas.microsoft.com/office/drawing/2014/main" id="{9EE68FEA-7D69-48BC-B405-12CAD0663530}"/>
              </a:ext>
            </a:extLst>
          </p:cNvPr>
          <p:cNvPicPr>
            <a:picLocks noChangeAspect="1"/>
          </p:cNvPicPr>
          <p:nvPr userDrawn="1"/>
        </p:nvPicPr>
        <p:blipFill>
          <a:blip r:embed="rId1">
            <a:extLst>
              <a:ext uri="{96DAC541-7B7A-43D3-8B79-37D633B846F1}">
                <asvg:svgBlip xmlns:asvg="http://schemas.microsoft.com/office/drawing/2016/SVG/main" r:embed="rId2"/>
              </a:ext>
            </a:extLst>
          </a:blip>
          <a:stretch>
            <a:fillRect/>
          </a:stretch>
        </p:blipFill>
        <p:spPr>
          <a:xfrm>
            <a:off x="0" y="9701938"/>
            <a:ext cx="13716000" cy="585063"/>
          </a:xfrm>
          <a:prstGeom prst="rect">
            <a:avLst/>
          </a:prstGeom>
        </p:spPr>
      </p:pic>
      <p:pic>
        <p:nvPicPr>
          <p:cNvPr id="15" name="Image 4" descr="preencoded.png">
            <a:extLst>
              <a:ext uri="{FF2B5EF4-FFF2-40B4-BE49-F238E27FC236}">
                <a16:creationId xmlns:a16="http://schemas.microsoft.com/office/drawing/2014/main" id="{788C2007-D360-4FFF-9B7E-8E6DDD5166D0}"/>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2982716" y="9701938"/>
            <a:ext cx="733284" cy="585062"/>
          </a:xfrm>
          <a:prstGeom prst="rect">
            <a:avLst/>
          </a:prstGeom>
        </p:spPr>
      </p:pic>
      <p:sp>
        <p:nvSpPr>
          <p:cNvPr id="17" name="Slide Number Placeholder 5">
            <a:extLst>
              <a:ext uri="{FF2B5EF4-FFF2-40B4-BE49-F238E27FC236}">
                <a16:creationId xmlns:a16="http://schemas.microsoft.com/office/drawing/2014/main" id="{9E0DE121-3CF7-4C8C-B9FE-FD9AB53486C0}"/>
              </a:ext>
            </a:extLst>
          </p:cNvPr>
          <p:cNvSpPr>
            <a:spLocks noGrp="1"/>
          </p:cNvSpPr>
          <p:nvPr>
            <p:ph type="sldNum" sz="quarter" idx="13"/>
          </p:nvPr>
        </p:nvSpPr>
        <p:spPr>
          <a:xfrm>
            <a:off x="12982716" y="9806575"/>
            <a:ext cx="733284" cy="378105"/>
          </a:xfrm>
          <a:prstGeom prst="rect">
            <a:avLst/>
          </a:prstGeom>
        </p:spPr>
        <p:txBody>
          <a:bodyPr/>
          <a:lstStyle>
            <a:lvl1pPr marL="0" algn="ctr" defTabSz="914400" rtl="0" eaLnBrk="1" latinLnBrk="0" hangingPunct="1">
              <a:defRPr lang="en-US" sz="1350" kern="1200">
                <a:solidFill>
                  <a:srgbClr val="FFFFFF"/>
                </a:solidFill>
                <a:latin typeface="Century Gothic" panose="020b0502020202020204" pitchFamily="34" charset="0"/>
                <a:ea typeface="Century Gothic" panose="020b0502020202020204" pitchFamily="34" charset="0"/>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3D6C64-01FF-444E-AD84-E895EC95156E}" type="slidenum">
              <a:rPr lang="en-US" smtClean="0"/>
              <a:t>‹#›</a:t>
            </a:fld>
            <a:endParaRPr lang="en-US"/>
          </a:p>
        </p:txBody>
      </p:sp>
      <p:pic>
        <p:nvPicPr>
          <p:cNvPr id="24" name="Image 3" descr="preencoded.png">
            <a:extLst>
              <a:ext uri="{FF2B5EF4-FFF2-40B4-BE49-F238E27FC236}">
                <a16:creationId xmlns:a16="http://schemas.microsoft.com/office/drawing/2014/main" id="{709C460B-C9F5-4DE8-812D-3B496BFFFFFA}"/>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714375" y="2000250"/>
            <a:ext cx="628650" cy="838200"/>
          </a:xfrm>
          <a:prstGeom prst="rect">
            <a:avLst/>
          </a:prstGeom>
        </p:spPr>
      </p:pic>
      <p:pic>
        <p:nvPicPr>
          <p:cNvPr id="25" name="Image 4" descr="preencoded.png">
            <a:extLst>
              <a:ext uri="{FF2B5EF4-FFF2-40B4-BE49-F238E27FC236}">
                <a16:creationId xmlns:a16="http://schemas.microsoft.com/office/drawing/2014/main" id="{25B20221-57F5-490F-B51F-EB8FDBD7CA3B}"/>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714375" y="4657725"/>
            <a:ext cx="628650" cy="838200"/>
          </a:xfrm>
          <a:prstGeom prst="rect">
            <a:avLst/>
          </a:prstGeom>
        </p:spPr>
      </p:pic>
      <p:pic>
        <p:nvPicPr>
          <p:cNvPr id="26" name="Image 5" descr="preencoded.png">
            <a:extLst>
              <a:ext uri="{FF2B5EF4-FFF2-40B4-BE49-F238E27FC236}">
                <a16:creationId xmlns:a16="http://schemas.microsoft.com/office/drawing/2014/main" id="{DA15F9AC-19BE-4A88-BC5A-92B96274AAD2}"/>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714375" y="3314700"/>
            <a:ext cx="628650" cy="838200"/>
          </a:xfrm>
          <a:prstGeom prst="rect">
            <a:avLst/>
          </a:prstGeom>
        </p:spPr>
      </p:pic>
      <p:pic>
        <p:nvPicPr>
          <p:cNvPr id="27" name="Image 6" descr="preencoded.png">
            <a:extLst>
              <a:ext uri="{FF2B5EF4-FFF2-40B4-BE49-F238E27FC236}">
                <a16:creationId xmlns:a16="http://schemas.microsoft.com/office/drawing/2014/main" id="{8697CFE6-3CDE-4625-B546-542BE3C69775}"/>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714375" y="5972175"/>
            <a:ext cx="628650" cy="838200"/>
          </a:xfrm>
          <a:prstGeom prst="rect">
            <a:avLst/>
          </a:prstGeom>
        </p:spPr>
      </p:pic>
      <p:pic>
        <p:nvPicPr>
          <p:cNvPr id="28" name="Image 7" descr="preencoded.png">
            <a:extLst>
              <a:ext uri="{FF2B5EF4-FFF2-40B4-BE49-F238E27FC236}">
                <a16:creationId xmlns:a16="http://schemas.microsoft.com/office/drawing/2014/main" id="{D70932CC-A284-43C1-8820-547101C97A0A}"/>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1700213" y="2000250"/>
            <a:ext cx="628650" cy="838200"/>
          </a:xfrm>
          <a:prstGeom prst="rect">
            <a:avLst/>
          </a:prstGeom>
        </p:spPr>
      </p:pic>
      <p:pic>
        <p:nvPicPr>
          <p:cNvPr id="29" name="Image 8" descr="preencoded.png">
            <a:extLst>
              <a:ext uri="{FF2B5EF4-FFF2-40B4-BE49-F238E27FC236}">
                <a16:creationId xmlns:a16="http://schemas.microsoft.com/office/drawing/2014/main" id="{F7A6217E-C4AA-443F-B497-30A126777A7F}"/>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1700213" y="4657725"/>
            <a:ext cx="628650" cy="838200"/>
          </a:xfrm>
          <a:prstGeom prst="rect">
            <a:avLst/>
          </a:prstGeom>
        </p:spPr>
      </p:pic>
      <p:pic>
        <p:nvPicPr>
          <p:cNvPr id="30" name="Image 9" descr="preencoded.png">
            <a:extLst>
              <a:ext uri="{FF2B5EF4-FFF2-40B4-BE49-F238E27FC236}">
                <a16:creationId xmlns:a16="http://schemas.microsoft.com/office/drawing/2014/main" id="{A523F02E-6F9E-4AC6-BC85-880A37374C2E}"/>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1700213" y="3314700"/>
            <a:ext cx="628650" cy="838200"/>
          </a:xfrm>
          <a:prstGeom prst="rect">
            <a:avLst/>
          </a:prstGeom>
        </p:spPr>
      </p:pic>
      <p:pic>
        <p:nvPicPr>
          <p:cNvPr id="31" name="Image 10" descr="preencoded.png">
            <a:extLst>
              <a:ext uri="{FF2B5EF4-FFF2-40B4-BE49-F238E27FC236}">
                <a16:creationId xmlns:a16="http://schemas.microsoft.com/office/drawing/2014/main" id="{0B2C3173-2A42-4F2F-A9D0-CCF4F1D02393}"/>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1700213" y="5972175"/>
            <a:ext cx="628650" cy="838200"/>
          </a:xfrm>
          <a:prstGeom prst="rect">
            <a:avLst/>
          </a:prstGeom>
        </p:spPr>
      </p:pic>
      <p:pic>
        <p:nvPicPr>
          <p:cNvPr id="32" name="Image 11" descr="preencoded.png">
            <a:extLst>
              <a:ext uri="{FF2B5EF4-FFF2-40B4-BE49-F238E27FC236}">
                <a16:creationId xmlns:a16="http://schemas.microsoft.com/office/drawing/2014/main" id="{50E7DDAC-6572-4B29-8174-DB4F22213D05}"/>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2686050" y="2000250"/>
            <a:ext cx="628650" cy="838200"/>
          </a:xfrm>
          <a:prstGeom prst="rect">
            <a:avLst/>
          </a:prstGeom>
        </p:spPr>
      </p:pic>
      <p:pic>
        <p:nvPicPr>
          <p:cNvPr id="35" name="Image 12" descr="preencoded.png">
            <a:extLst>
              <a:ext uri="{FF2B5EF4-FFF2-40B4-BE49-F238E27FC236}">
                <a16:creationId xmlns:a16="http://schemas.microsoft.com/office/drawing/2014/main" id="{1FD2B254-0F1C-4D62-B9B4-0425BF8A2A6B}"/>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2686050" y="4657725"/>
            <a:ext cx="628650" cy="838200"/>
          </a:xfrm>
          <a:prstGeom prst="rect">
            <a:avLst/>
          </a:prstGeom>
        </p:spPr>
      </p:pic>
      <p:pic>
        <p:nvPicPr>
          <p:cNvPr id="36" name="Image 13" descr="preencoded.png">
            <a:extLst>
              <a:ext uri="{FF2B5EF4-FFF2-40B4-BE49-F238E27FC236}">
                <a16:creationId xmlns:a16="http://schemas.microsoft.com/office/drawing/2014/main" id="{FE5C9A73-FC3D-4D80-8285-AA9D894A8DAE}"/>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2686050" y="3314700"/>
            <a:ext cx="628650" cy="838200"/>
          </a:xfrm>
          <a:prstGeom prst="rect">
            <a:avLst/>
          </a:prstGeom>
        </p:spPr>
      </p:pic>
      <p:pic>
        <p:nvPicPr>
          <p:cNvPr id="39" name="Image 14" descr="preencoded.png">
            <a:extLst>
              <a:ext uri="{FF2B5EF4-FFF2-40B4-BE49-F238E27FC236}">
                <a16:creationId xmlns:a16="http://schemas.microsoft.com/office/drawing/2014/main" id="{CA7300E2-276E-44B8-9870-6248A2401E9A}"/>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2686050" y="5972175"/>
            <a:ext cx="628650" cy="838200"/>
          </a:xfrm>
          <a:prstGeom prst="rect">
            <a:avLst/>
          </a:prstGeom>
        </p:spPr>
      </p:pic>
      <p:pic>
        <p:nvPicPr>
          <p:cNvPr id="41" name="Image 15" descr="preencoded.png">
            <a:extLst>
              <a:ext uri="{FF2B5EF4-FFF2-40B4-BE49-F238E27FC236}">
                <a16:creationId xmlns:a16="http://schemas.microsoft.com/office/drawing/2014/main" id="{246ED117-F9E1-4976-BF9D-7E0924784910}"/>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3671888" y="2000250"/>
            <a:ext cx="628650" cy="838200"/>
          </a:xfrm>
          <a:prstGeom prst="rect">
            <a:avLst/>
          </a:prstGeom>
        </p:spPr>
      </p:pic>
      <p:pic>
        <p:nvPicPr>
          <p:cNvPr id="43" name="Image 16" descr="preencoded.png">
            <a:extLst>
              <a:ext uri="{FF2B5EF4-FFF2-40B4-BE49-F238E27FC236}">
                <a16:creationId xmlns:a16="http://schemas.microsoft.com/office/drawing/2014/main" id="{4C5C957A-2C5E-4C48-9CC8-99C6B469EE15}"/>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3671888" y="4657725"/>
            <a:ext cx="628650" cy="838200"/>
          </a:xfrm>
          <a:prstGeom prst="rect">
            <a:avLst/>
          </a:prstGeom>
        </p:spPr>
      </p:pic>
      <p:pic>
        <p:nvPicPr>
          <p:cNvPr id="44" name="Image 17" descr="preencoded.png">
            <a:extLst>
              <a:ext uri="{FF2B5EF4-FFF2-40B4-BE49-F238E27FC236}">
                <a16:creationId xmlns:a16="http://schemas.microsoft.com/office/drawing/2014/main" id="{529AA3D4-182E-4356-BD2B-D5CE79956DD6}"/>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3671888" y="3314700"/>
            <a:ext cx="628650" cy="838200"/>
          </a:xfrm>
          <a:prstGeom prst="rect">
            <a:avLst/>
          </a:prstGeom>
        </p:spPr>
      </p:pic>
      <p:pic>
        <p:nvPicPr>
          <p:cNvPr id="45" name="Image 18" descr="preencoded.png">
            <a:extLst>
              <a:ext uri="{FF2B5EF4-FFF2-40B4-BE49-F238E27FC236}">
                <a16:creationId xmlns:a16="http://schemas.microsoft.com/office/drawing/2014/main" id="{C9B62097-A5A2-4213-8DA7-D437BBAEE5F4}"/>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3671888" y="5972175"/>
            <a:ext cx="628650" cy="838200"/>
          </a:xfrm>
          <a:prstGeom prst="rect">
            <a:avLst/>
          </a:prstGeom>
        </p:spPr>
      </p:pic>
      <p:pic>
        <p:nvPicPr>
          <p:cNvPr id="46" name="Image 19" descr="preencoded.png">
            <a:extLst>
              <a:ext uri="{FF2B5EF4-FFF2-40B4-BE49-F238E27FC236}">
                <a16:creationId xmlns:a16="http://schemas.microsoft.com/office/drawing/2014/main" id="{E9456FA3-4B93-494C-A2C2-8E1B7B46A397}"/>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4657725" y="2000250"/>
            <a:ext cx="628650" cy="838200"/>
          </a:xfrm>
          <a:prstGeom prst="rect">
            <a:avLst/>
          </a:prstGeom>
        </p:spPr>
      </p:pic>
      <p:pic>
        <p:nvPicPr>
          <p:cNvPr id="47" name="Image 20" descr="preencoded.png">
            <a:extLst>
              <a:ext uri="{FF2B5EF4-FFF2-40B4-BE49-F238E27FC236}">
                <a16:creationId xmlns:a16="http://schemas.microsoft.com/office/drawing/2014/main" id="{57AB349D-36D8-4F93-ACC6-6E3DF0EF59A3}"/>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4657725" y="4657725"/>
            <a:ext cx="628650" cy="838200"/>
          </a:xfrm>
          <a:prstGeom prst="rect">
            <a:avLst/>
          </a:prstGeom>
        </p:spPr>
      </p:pic>
      <p:pic>
        <p:nvPicPr>
          <p:cNvPr id="48" name="Image 21" descr="preencoded.png">
            <a:extLst>
              <a:ext uri="{FF2B5EF4-FFF2-40B4-BE49-F238E27FC236}">
                <a16:creationId xmlns:a16="http://schemas.microsoft.com/office/drawing/2014/main" id="{BE518C8A-14D5-4BB8-9CE8-94ACDBB23100}"/>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4657725" y="3314700"/>
            <a:ext cx="628650" cy="838200"/>
          </a:xfrm>
          <a:prstGeom prst="rect">
            <a:avLst/>
          </a:prstGeom>
        </p:spPr>
      </p:pic>
      <p:pic>
        <p:nvPicPr>
          <p:cNvPr id="49" name="Image 22" descr="preencoded.png">
            <a:extLst>
              <a:ext uri="{FF2B5EF4-FFF2-40B4-BE49-F238E27FC236}">
                <a16:creationId xmlns:a16="http://schemas.microsoft.com/office/drawing/2014/main" id="{EB9E78AD-F6BC-4C22-8D4A-3402494C68B2}"/>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4657725" y="5972175"/>
            <a:ext cx="628650" cy="838200"/>
          </a:xfrm>
          <a:prstGeom prst="rect">
            <a:avLst/>
          </a:prstGeom>
        </p:spPr>
      </p:pic>
      <p:pic>
        <p:nvPicPr>
          <p:cNvPr id="50" name="Image 23" descr="preencoded.png">
            <a:extLst>
              <a:ext uri="{FF2B5EF4-FFF2-40B4-BE49-F238E27FC236}">
                <a16:creationId xmlns:a16="http://schemas.microsoft.com/office/drawing/2014/main" id="{208237C1-66CB-4713-892C-64475E35DF51}"/>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5643563" y="2000250"/>
            <a:ext cx="628650" cy="838200"/>
          </a:xfrm>
          <a:prstGeom prst="rect">
            <a:avLst/>
          </a:prstGeom>
        </p:spPr>
      </p:pic>
      <p:pic>
        <p:nvPicPr>
          <p:cNvPr id="51" name="Image 24" descr="preencoded.png">
            <a:extLst>
              <a:ext uri="{FF2B5EF4-FFF2-40B4-BE49-F238E27FC236}">
                <a16:creationId xmlns:a16="http://schemas.microsoft.com/office/drawing/2014/main" id="{1C6B5CCA-726F-4E97-869F-E50AB3FF969C}"/>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5643563" y="4657725"/>
            <a:ext cx="628650" cy="838200"/>
          </a:xfrm>
          <a:prstGeom prst="rect">
            <a:avLst/>
          </a:prstGeom>
        </p:spPr>
      </p:pic>
      <p:pic>
        <p:nvPicPr>
          <p:cNvPr id="52" name="Image 25" descr="preencoded.png">
            <a:extLst>
              <a:ext uri="{FF2B5EF4-FFF2-40B4-BE49-F238E27FC236}">
                <a16:creationId xmlns:a16="http://schemas.microsoft.com/office/drawing/2014/main" id="{D8B6EE77-1213-4D28-8B80-3482B31F69A2}"/>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5643563" y="3314700"/>
            <a:ext cx="628650" cy="838200"/>
          </a:xfrm>
          <a:prstGeom prst="rect">
            <a:avLst/>
          </a:prstGeom>
        </p:spPr>
      </p:pic>
      <p:pic>
        <p:nvPicPr>
          <p:cNvPr id="53" name="Image 26" descr="preencoded.png">
            <a:extLst>
              <a:ext uri="{FF2B5EF4-FFF2-40B4-BE49-F238E27FC236}">
                <a16:creationId xmlns:a16="http://schemas.microsoft.com/office/drawing/2014/main" id="{9F093F1C-739A-465A-9CC7-3F59A525F9EF}"/>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5643563" y="5972175"/>
            <a:ext cx="628650" cy="838200"/>
          </a:xfrm>
          <a:prstGeom prst="rect">
            <a:avLst/>
          </a:prstGeom>
        </p:spPr>
      </p:pic>
      <p:pic>
        <p:nvPicPr>
          <p:cNvPr id="54" name="Image 27" descr="preencoded.png">
            <a:extLst>
              <a:ext uri="{FF2B5EF4-FFF2-40B4-BE49-F238E27FC236}">
                <a16:creationId xmlns:a16="http://schemas.microsoft.com/office/drawing/2014/main" id="{E41ACD26-ED16-42F5-8816-70407919CE2C}"/>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6629400" y="2000250"/>
            <a:ext cx="628650" cy="838200"/>
          </a:xfrm>
          <a:prstGeom prst="rect">
            <a:avLst/>
          </a:prstGeom>
        </p:spPr>
      </p:pic>
      <p:pic>
        <p:nvPicPr>
          <p:cNvPr id="55" name="Image 28" descr="preencoded.png">
            <a:extLst>
              <a:ext uri="{FF2B5EF4-FFF2-40B4-BE49-F238E27FC236}">
                <a16:creationId xmlns:a16="http://schemas.microsoft.com/office/drawing/2014/main" id="{114AFE75-2AE2-4D70-B024-5F72EAD496E9}"/>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6629400" y="4657725"/>
            <a:ext cx="628650" cy="838200"/>
          </a:xfrm>
          <a:prstGeom prst="rect">
            <a:avLst/>
          </a:prstGeom>
        </p:spPr>
      </p:pic>
      <p:pic>
        <p:nvPicPr>
          <p:cNvPr id="56" name="Image 29" descr="preencoded.png">
            <a:extLst>
              <a:ext uri="{FF2B5EF4-FFF2-40B4-BE49-F238E27FC236}">
                <a16:creationId xmlns:a16="http://schemas.microsoft.com/office/drawing/2014/main" id="{79C74934-AB8D-4A34-BC41-0D262812C0EC}"/>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6629400" y="3314700"/>
            <a:ext cx="628650" cy="838200"/>
          </a:xfrm>
          <a:prstGeom prst="rect">
            <a:avLst/>
          </a:prstGeom>
        </p:spPr>
      </p:pic>
      <p:pic>
        <p:nvPicPr>
          <p:cNvPr id="57" name="Image 30" descr="preencoded.png">
            <a:extLst>
              <a:ext uri="{FF2B5EF4-FFF2-40B4-BE49-F238E27FC236}">
                <a16:creationId xmlns:a16="http://schemas.microsoft.com/office/drawing/2014/main" id="{E18578A5-6276-48A2-AEE9-48CDF88C9D47}"/>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6629400" y="5972175"/>
            <a:ext cx="628650" cy="838200"/>
          </a:xfrm>
          <a:prstGeom prst="rect">
            <a:avLst/>
          </a:prstGeom>
        </p:spPr>
      </p:pic>
      <p:pic>
        <p:nvPicPr>
          <p:cNvPr id="58" name="Image 31" descr="preencoded.png">
            <a:extLst>
              <a:ext uri="{FF2B5EF4-FFF2-40B4-BE49-F238E27FC236}">
                <a16:creationId xmlns:a16="http://schemas.microsoft.com/office/drawing/2014/main" id="{7347CCCD-FFEE-4C29-96F1-4B4606829DEC}"/>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7615238" y="2000250"/>
            <a:ext cx="628650" cy="838200"/>
          </a:xfrm>
          <a:prstGeom prst="rect">
            <a:avLst/>
          </a:prstGeom>
        </p:spPr>
      </p:pic>
      <p:pic>
        <p:nvPicPr>
          <p:cNvPr id="59" name="Image 32" descr="preencoded.png">
            <a:extLst>
              <a:ext uri="{FF2B5EF4-FFF2-40B4-BE49-F238E27FC236}">
                <a16:creationId xmlns:a16="http://schemas.microsoft.com/office/drawing/2014/main" id="{60916B55-4339-4EFA-B0EF-44A23A7330CD}"/>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7615238" y="4657725"/>
            <a:ext cx="628650" cy="838200"/>
          </a:xfrm>
          <a:prstGeom prst="rect">
            <a:avLst/>
          </a:prstGeom>
        </p:spPr>
      </p:pic>
      <p:pic>
        <p:nvPicPr>
          <p:cNvPr id="60" name="Image 33" descr="preencoded.png">
            <a:extLst>
              <a:ext uri="{FF2B5EF4-FFF2-40B4-BE49-F238E27FC236}">
                <a16:creationId xmlns:a16="http://schemas.microsoft.com/office/drawing/2014/main" id="{DEF6681F-50DA-4E2C-B6FA-AFEFCFBC6A96}"/>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7615238" y="3314700"/>
            <a:ext cx="628650" cy="838200"/>
          </a:xfrm>
          <a:prstGeom prst="rect">
            <a:avLst/>
          </a:prstGeom>
        </p:spPr>
      </p:pic>
      <p:pic>
        <p:nvPicPr>
          <p:cNvPr id="61" name="Image 34" descr="preencoded.png">
            <a:extLst>
              <a:ext uri="{FF2B5EF4-FFF2-40B4-BE49-F238E27FC236}">
                <a16:creationId xmlns:a16="http://schemas.microsoft.com/office/drawing/2014/main" id="{BC24C41B-E34C-4DE5-8F93-A5A4A9626813}"/>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7615238" y="5972175"/>
            <a:ext cx="628650" cy="838200"/>
          </a:xfrm>
          <a:prstGeom prst="rect">
            <a:avLst/>
          </a:prstGeom>
        </p:spPr>
      </p:pic>
      <p:pic>
        <p:nvPicPr>
          <p:cNvPr id="62" name="Image 35" descr="preencoded.png">
            <a:extLst>
              <a:ext uri="{FF2B5EF4-FFF2-40B4-BE49-F238E27FC236}">
                <a16:creationId xmlns:a16="http://schemas.microsoft.com/office/drawing/2014/main" id="{1CD9E2ED-C78C-4AA5-8F7E-E59C7AE5371D}"/>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8601075" y="2000250"/>
            <a:ext cx="628650" cy="838200"/>
          </a:xfrm>
          <a:prstGeom prst="rect">
            <a:avLst/>
          </a:prstGeom>
        </p:spPr>
      </p:pic>
      <p:pic>
        <p:nvPicPr>
          <p:cNvPr id="63" name="Image 36" descr="preencoded.png">
            <a:extLst>
              <a:ext uri="{FF2B5EF4-FFF2-40B4-BE49-F238E27FC236}">
                <a16:creationId xmlns:a16="http://schemas.microsoft.com/office/drawing/2014/main" id="{CD920EB4-6E9D-46FA-8F85-31EFBFE4C0BD}"/>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8601075" y="4657725"/>
            <a:ext cx="628650" cy="838200"/>
          </a:xfrm>
          <a:prstGeom prst="rect">
            <a:avLst/>
          </a:prstGeom>
        </p:spPr>
      </p:pic>
      <p:pic>
        <p:nvPicPr>
          <p:cNvPr id="64" name="Image 37" descr="preencoded.png">
            <a:extLst>
              <a:ext uri="{FF2B5EF4-FFF2-40B4-BE49-F238E27FC236}">
                <a16:creationId xmlns:a16="http://schemas.microsoft.com/office/drawing/2014/main" id="{7515FA91-CBED-44A9-BDFA-6C0BD361C59D}"/>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8601075" y="3314700"/>
            <a:ext cx="628650" cy="838200"/>
          </a:xfrm>
          <a:prstGeom prst="rect">
            <a:avLst/>
          </a:prstGeom>
        </p:spPr>
      </p:pic>
      <p:pic>
        <p:nvPicPr>
          <p:cNvPr id="65" name="Image 38" descr="preencoded.png">
            <a:extLst>
              <a:ext uri="{FF2B5EF4-FFF2-40B4-BE49-F238E27FC236}">
                <a16:creationId xmlns:a16="http://schemas.microsoft.com/office/drawing/2014/main" id="{199A6A52-2973-4068-9007-263FDA5448F3}"/>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8601075" y="5972175"/>
            <a:ext cx="628650" cy="838200"/>
          </a:xfrm>
          <a:prstGeom prst="rect">
            <a:avLst/>
          </a:prstGeom>
        </p:spPr>
      </p:pic>
      <p:pic>
        <p:nvPicPr>
          <p:cNvPr id="66" name="Image 39" descr="preencoded.png">
            <a:extLst>
              <a:ext uri="{FF2B5EF4-FFF2-40B4-BE49-F238E27FC236}">
                <a16:creationId xmlns:a16="http://schemas.microsoft.com/office/drawing/2014/main" id="{9EA38AA6-B6F1-4C5D-9490-C6A1C30A6AEC}"/>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9586913" y="2000250"/>
            <a:ext cx="628650" cy="838200"/>
          </a:xfrm>
          <a:prstGeom prst="rect">
            <a:avLst/>
          </a:prstGeom>
        </p:spPr>
      </p:pic>
      <p:pic>
        <p:nvPicPr>
          <p:cNvPr id="67" name="Image 40" descr="preencoded.png">
            <a:extLst>
              <a:ext uri="{FF2B5EF4-FFF2-40B4-BE49-F238E27FC236}">
                <a16:creationId xmlns:a16="http://schemas.microsoft.com/office/drawing/2014/main" id="{E8EB44AB-2E72-48B7-8FB6-92667E79DD6D}"/>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9586913" y="4657725"/>
            <a:ext cx="628650" cy="838200"/>
          </a:xfrm>
          <a:prstGeom prst="rect">
            <a:avLst/>
          </a:prstGeom>
        </p:spPr>
      </p:pic>
      <p:pic>
        <p:nvPicPr>
          <p:cNvPr id="68" name="Image 41" descr="preencoded.png">
            <a:extLst>
              <a:ext uri="{FF2B5EF4-FFF2-40B4-BE49-F238E27FC236}">
                <a16:creationId xmlns:a16="http://schemas.microsoft.com/office/drawing/2014/main" id="{9805D236-3EF3-4DE6-A5CE-F270D6FD3693}"/>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9586913" y="3314700"/>
            <a:ext cx="628650" cy="838200"/>
          </a:xfrm>
          <a:prstGeom prst="rect">
            <a:avLst/>
          </a:prstGeom>
        </p:spPr>
      </p:pic>
      <p:pic>
        <p:nvPicPr>
          <p:cNvPr id="69" name="Image 42" descr="preencoded.png">
            <a:extLst>
              <a:ext uri="{FF2B5EF4-FFF2-40B4-BE49-F238E27FC236}">
                <a16:creationId xmlns:a16="http://schemas.microsoft.com/office/drawing/2014/main" id="{FF699705-1D03-491A-A3BF-43B5BF92F5DE}"/>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9586913" y="5972175"/>
            <a:ext cx="628650" cy="838200"/>
          </a:xfrm>
          <a:prstGeom prst="rect">
            <a:avLst/>
          </a:prstGeom>
        </p:spPr>
      </p:pic>
      <p:pic>
        <p:nvPicPr>
          <p:cNvPr id="70" name="Image 43" descr="preencoded.png">
            <a:extLst>
              <a:ext uri="{FF2B5EF4-FFF2-40B4-BE49-F238E27FC236}">
                <a16:creationId xmlns:a16="http://schemas.microsoft.com/office/drawing/2014/main" id="{DCCBCB0D-F431-4313-8453-5FEB6C9F913D}"/>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10572750" y="2000250"/>
            <a:ext cx="628650" cy="838200"/>
          </a:xfrm>
          <a:prstGeom prst="rect">
            <a:avLst/>
          </a:prstGeom>
        </p:spPr>
      </p:pic>
      <p:pic>
        <p:nvPicPr>
          <p:cNvPr id="71" name="Image 44" descr="preencoded.png">
            <a:extLst>
              <a:ext uri="{FF2B5EF4-FFF2-40B4-BE49-F238E27FC236}">
                <a16:creationId xmlns:a16="http://schemas.microsoft.com/office/drawing/2014/main" id="{597E64D6-2E02-43F8-8A07-6CCE920DE630}"/>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10572750" y="4657725"/>
            <a:ext cx="628650" cy="838200"/>
          </a:xfrm>
          <a:prstGeom prst="rect">
            <a:avLst/>
          </a:prstGeom>
        </p:spPr>
      </p:pic>
      <p:pic>
        <p:nvPicPr>
          <p:cNvPr id="72" name="Image 45" descr="preencoded.png">
            <a:extLst>
              <a:ext uri="{FF2B5EF4-FFF2-40B4-BE49-F238E27FC236}">
                <a16:creationId xmlns:a16="http://schemas.microsoft.com/office/drawing/2014/main" id="{ED90BBCC-56F4-4829-A82C-49C0C77C1647}"/>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10572750" y="3314700"/>
            <a:ext cx="628650" cy="838200"/>
          </a:xfrm>
          <a:prstGeom prst="rect">
            <a:avLst/>
          </a:prstGeom>
        </p:spPr>
      </p:pic>
      <p:pic>
        <p:nvPicPr>
          <p:cNvPr id="73" name="Image 46" descr="preencoded.png">
            <a:extLst>
              <a:ext uri="{FF2B5EF4-FFF2-40B4-BE49-F238E27FC236}">
                <a16:creationId xmlns:a16="http://schemas.microsoft.com/office/drawing/2014/main" id="{83F9130B-ACB3-425F-8A1D-70E70CD51344}"/>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10572750" y="5972175"/>
            <a:ext cx="628650" cy="838200"/>
          </a:xfrm>
          <a:prstGeom prst="rect">
            <a:avLst/>
          </a:prstGeom>
        </p:spPr>
      </p:pic>
      <p:pic>
        <p:nvPicPr>
          <p:cNvPr id="74" name="Image 47" descr="preencoded.png">
            <a:extLst>
              <a:ext uri="{FF2B5EF4-FFF2-40B4-BE49-F238E27FC236}">
                <a16:creationId xmlns:a16="http://schemas.microsoft.com/office/drawing/2014/main" id="{A2680D3F-057E-4DC5-AB0E-5994E09607C3}"/>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11558588" y="2000250"/>
            <a:ext cx="628650" cy="838200"/>
          </a:xfrm>
          <a:prstGeom prst="rect">
            <a:avLst/>
          </a:prstGeom>
        </p:spPr>
      </p:pic>
      <p:pic>
        <p:nvPicPr>
          <p:cNvPr id="75" name="Image 48" descr="preencoded.png">
            <a:extLst>
              <a:ext uri="{FF2B5EF4-FFF2-40B4-BE49-F238E27FC236}">
                <a16:creationId xmlns:a16="http://schemas.microsoft.com/office/drawing/2014/main" id="{39FD286E-3DC1-4A0D-9C2F-D4700BE7285F}"/>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11558588" y="4657725"/>
            <a:ext cx="628650" cy="838200"/>
          </a:xfrm>
          <a:prstGeom prst="rect">
            <a:avLst/>
          </a:prstGeom>
        </p:spPr>
      </p:pic>
      <p:pic>
        <p:nvPicPr>
          <p:cNvPr id="76" name="Image 49" descr="preencoded.png">
            <a:extLst>
              <a:ext uri="{FF2B5EF4-FFF2-40B4-BE49-F238E27FC236}">
                <a16:creationId xmlns:a16="http://schemas.microsoft.com/office/drawing/2014/main" id="{E019638A-10E7-4AF8-9AA5-26EBBA52C0DC}"/>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11558588" y="3314700"/>
            <a:ext cx="628650" cy="838200"/>
          </a:xfrm>
          <a:prstGeom prst="rect">
            <a:avLst/>
          </a:prstGeom>
        </p:spPr>
      </p:pic>
      <p:pic>
        <p:nvPicPr>
          <p:cNvPr id="77" name="Image 50" descr="preencoded.png">
            <a:extLst>
              <a:ext uri="{FF2B5EF4-FFF2-40B4-BE49-F238E27FC236}">
                <a16:creationId xmlns:a16="http://schemas.microsoft.com/office/drawing/2014/main" id="{16DA94CE-AC71-4FA4-AEA7-1D7932B4CE1A}"/>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11558588" y="5972175"/>
            <a:ext cx="628650" cy="838200"/>
          </a:xfrm>
          <a:prstGeom prst="rect">
            <a:avLst/>
          </a:prstGeom>
        </p:spPr>
      </p:pic>
      <p:pic>
        <p:nvPicPr>
          <p:cNvPr id="78" name="Image 51" descr="preencoded.png">
            <a:extLst>
              <a:ext uri="{FF2B5EF4-FFF2-40B4-BE49-F238E27FC236}">
                <a16:creationId xmlns:a16="http://schemas.microsoft.com/office/drawing/2014/main" id="{92FC35C8-82E7-4647-B398-2F137821B7C3}"/>
              </a:ext>
            </a:extLst>
          </p:cNvPr>
          <p:cNvPicPr>
            <a:picLocks noChangeAspect="1"/>
          </p:cNvPicPr>
          <p:nvPr userDrawn="1"/>
        </p:nvPicPr>
        <p:blipFill>
          <a:blip r:embed="rId9">
            <a:extLst>
              <a:ext uri="{96DAC541-7B7A-43D3-8B79-37D633B846F1}">
                <asvg:svgBlip xmlns:asvg="http://schemas.microsoft.com/office/drawing/2016/SVG/main" r:embed="rId10"/>
              </a:ext>
            </a:extLst>
          </a:blip>
          <a:stretch>
            <a:fillRect/>
          </a:stretch>
        </p:blipFill>
        <p:spPr>
          <a:xfrm>
            <a:off x="907256" y="2247900"/>
            <a:ext cx="247959" cy="329878"/>
          </a:xfrm>
          <a:prstGeom prst="rect">
            <a:avLst/>
          </a:prstGeom>
        </p:spPr>
      </p:pic>
      <p:pic>
        <p:nvPicPr>
          <p:cNvPr id="79" name="Image 52" descr="preencoded.png">
            <a:extLst>
              <a:ext uri="{FF2B5EF4-FFF2-40B4-BE49-F238E27FC236}">
                <a16:creationId xmlns:a16="http://schemas.microsoft.com/office/drawing/2014/main" id="{B297432C-F1E9-4825-9574-C6FA2C471D03}"/>
              </a:ext>
            </a:extLst>
          </p:cNvPr>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a:off x="907256" y="4905375"/>
            <a:ext cx="247959" cy="329878"/>
          </a:xfrm>
          <a:prstGeom prst="rect">
            <a:avLst/>
          </a:prstGeom>
        </p:spPr>
      </p:pic>
      <p:pic>
        <p:nvPicPr>
          <p:cNvPr id="80" name="Image 53" descr="preencoded.png">
            <a:extLst>
              <a:ext uri="{FF2B5EF4-FFF2-40B4-BE49-F238E27FC236}">
                <a16:creationId xmlns:a16="http://schemas.microsoft.com/office/drawing/2014/main" id="{752B543F-0C04-4FC0-B502-8651BF3EBE56}"/>
              </a:ext>
            </a:extLst>
          </p:cNvPr>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a:off x="1925638" y="2266765"/>
            <a:ext cx="174625" cy="296373"/>
          </a:xfrm>
          <a:prstGeom prst="rect">
            <a:avLst/>
          </a:prstGeom>
        </p:spPr>
      </p:pic>
      <p:pic>
        <p:nvPicPr>
          <p:cNvPr id="81" name="Image 54" descr="preencoded.png">
            <a:extLst>
              <a:ext uri="{FF2B5EF4-FFF2-40B4-BE49-F238E27FC236}">
                <a16:creationId xmlns:a16="http://schemas.microsoft.com/office/drawing/2014/main" id="{10DF604B-FD81-4E2A-BCF8-651EDFECEAC1}"/>
              </a:ext>
            </a:extLst>
          </p:cNvPr>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a:off x="1925638" y="4924240"/>
            <a:ext cx="174625" cy="296373"/>
          </a:xfrm>
          <a:prstGeom prst="rect">
            <a:avLst/>
          </a:prstGeom>
        </p:spPr>
      </p:pic>
      <p:pic>
        <p:nvPicPr>
          <p:cNvPr id="82" name="Image 55" descr="preencoded.png">
            <a:extLst>
              <a:ext uri="{FF2B5EF4-FFF2-40B4-BE49-F238E27FC236}">
                <a16:creationId xmlns:a16="http://schemas.microsoft.com/office/drawing/2014/main" id="{AED10D8C-E576-42A9-9B92-26908AD1AD1A}"/>
              </a:ext>
            </a:extLst>
          </p:cNvPr>
          <p:cNvPicPr>
            <a:picLocks noChangeAspect="1"/>
          </p:cNvPicPr>
          <p:nvPr userDrawn="1"/>
        </p:nvPicPr>
        <p:blipFill>
          <a:blip r:embed="rId17">
            <a:extLst>
              <a:ext uri="{96DAC541-7B7A-43D3-8B79-37D633B846F1}">
                <asvg:svgBlip xmlns:asvg="http://schemas.microsoft.com/office/drawing/2016/SVG/main" r:embed="rId18"/>
              </a:ext>
            </a:extLst>
          </a:blip>
          <a:stretch>
            <a:fillRect/>
          </a:stretch>
        </p:blipFill>
        <p:spPr>
          <a:xfrm>
            <a:off x="2914650" y="2281517"/>
            <a:ext cx="210526" cy="280708"/>
          </a:xfrm>
          <a:prstGeom prst="rect">
            <a:avLst/>
          </a:prstGeom>
        </p:spPr>
      </p:pic>
      <p:pic>
        <p:nvPicPr>
          <p:cNvPr id="83" name="Image 56" descr="preencoded.png">
            <a:extLst>
              <a:ext uri="{FF2B5EF4-FFF2-40B4-BE49-F238E27FC236}">
                <a16:creationId xmlns:a16="http://schemas.microsoft.com/office/drawing/2014/main" id="{F8919D4C-74F8-4A54-BA96-D0038AE40CA1}"/>
              </a:ext>
            </a:extLst>
          </p:cNvPr>
          <p:cNvPicPr>
            <a:picLocks noChangeAspect="1"/>
          </p:cNvPicPr>
          <p:nvPr userDrawn="1"/>
        </p:nvPicPr>
        <p:blipFill>
          <a:blip r:embed="rId19">
            <a:extLst>
              <a:ext uri="{96DAC541-7B7A-43D3-8B79-37D633B846F1}">
                <asvg:svgBlip xmlns:asvg="http://schemas.microsoft.com/office/drawing/2016/SVG/main" r:embed="rId20"/>
              </a:ext>
            </a:extLst>
          </a:blip>
          <a:stretch>
            <a:fillRect/>
          </a:stretch>
        </p:blipFill>
        <p:spPr>
          <a:xfrm>
            <a:off x="2914650" y="4938992"/>
            <a:ext cx="210526" cy="280708"/>
          </a:xfrm>
          <a:prstGeom prst="rect">
            <a:avLst/>
          </a:prstGeom>
        </p:spPr>
      </p:pic>
      <p:pic>
        <p:nvPicPr>
          <p:cNvPr id="84" name="Image 57" descr="preencoded.png">
            <a:extLst>
              <a:ext uri="{FF2B5EF4-FFF2-40B4-BE49-F238E27FC236}">
                <a16:creationId xmlns:a16="http://schemas.microsoft.com/office/drawing/2014/main" id="{D169D1DA-6109-4A15-ACBD-436C97600EE7}"/>
              </a:ext>
            </a:extLst>
          </p:cNvPr>
          <p:cNvPicPr>
            <a:picLocks noChangeAspect="1"/>
          </p:cNvPicPr>
          <p:nvPr userDrawn="1"/>
        </p:nvPicPr>
        <p:blipFill>
          <a:blip r:embed="rId21">
            <a:extLst>
              <a:ext uri="{96DAC541-7B7A-43D3-8B79-37D633B846F1}">
                <asvg:svgBlip xmlns:asvg="http://schemas.microsoft.com/office/drawing/2016/SVG/main" r:embed="rId22"/>
              </a:ext>
            </a:extLst>
          </a:blip>
          <a:stretch>
            <a:fillRect/>
          </a:stretch>
        </p:blipFill>
        <p:spPr>
          <a:xfrm>
            <a:off x="3857625" y="2257426"/>
            <a:ext cx="264319" cy="352555"/>
          </a:xfrm>
          <a:prstGeom prst="rect">
            <a:avLst/>
          </a:prstGeom>
        </p:spPr>
      </p:pic>
      <p:pic>
        <p:nvPicPr>
          <p:cNvPr id="85" name="Image 58" descr="preencoded.png">
            <a:extLst>
              <a:ext uri="{FF2B5EF4-FFF2-40B4-BE49-F238E27FC236}">
                <a16:creationId xmlns:a16="http://schemas.microsoft.com/office/drawing/2014/main" id="{C79E2CC4-3511-401A-9DEB-B11221276581}"/>
              </a:ext>
            </a:extLst>
          </p:cNvPr>
          <p:cNvPicPr>
            <a:picLocks noChangeAspect="1"/>
          </p:cNvPicPr>
          <p:nvPr userDrawn="1"/>
        </p:nvPicPr>
        <p:blipFill>
          <a:blip r:embed="rId23">
            <a:extLst>
              <a:ext uri="{96DAC541-7B7A-43D3-8B79-37D633B846F1}">
                <asvg:svgBlip xmlns:asvg="http://schemas.microsoft.com/office/drawing/2016/SVG/main" r:embed="rId24"/>
              </a:ext>
            </a:extLst>
          </a:blip>
          <a:stretch>
            <a:fillRect/>
          </a:stretch>
        </p:blipFill>
        <p:spPr>
          <a:xfrm>
            <a:off x="3857625" y="4914901"/>
            <a:ext cx="264319" cy="352555"/>
          </a:xfrm>
          <a:prstGeom prst="rect">
            <a:avLst/>
          </a:prstGeom>
        </p:spPr>
      </p:pic>
      <p:pic>
        <p:nvPicPr>
          <p:cNvPr id="86" name="Image 59" descr="preencoded.png">
            <a:extLst>
              <a:ext uri="{FF2B5EF4-FFF2-40B4-BE49-F238E27FC236}">
                <a16:creationId xmlns:a16="http://schemas.microsoft.com/office/drawing/2014/main" id="{605C4B33-9F9F-4271-AD92-78F6366CF34F}"/>
              </a:ext>
            </a:extLst>
          </p:cNvPr>
          <p:cNvPicPr>
            <a:picLocks noChangeAspect="1"/>
          </p:cNvPicPr>
          <p:nvPr userDrawn="1"/>
        </p:nvPicPr>
        <p:blipFill>
          <a:blip r:embed="rId25">
            <a:extLst>
              <a:ext uri="{96DAC541-7B7A-43D3-8B79-37D633B846F1}">
                <asvg:svgBlip xmlns:asvg="http://schemas.microsoft.com/office/drawing/2016/SVG/main" r:embed="rId26"/>
              </a:ext>
            </a:extLst>
          </a:blip>
          <a:stretch>
            <a:fillRect/>
          </a:stretch>
        </p:blipFill>
        <p:spPr>
          <a:xfrm>
            <a:off x="907256" y="3619500"/>
            <a:ext cx="257175" cy="285750"/>
          </a:xfrm>
          <a:prstGeom prst="rect">
            <a:avLst/>
          </a:prstGeom>
        </p:spPr>
      </p:pic>
      <p:pic>
        <p:nvPicPr>
          <p:cNvPr id="87" name="Image 60" descr="preencoded.png">
            <a:extLst>
              <a:ext uri="{FF2B5EF4-FFF2-40B4-BE49-F238E27FC236}">
                <a16:creationId xmlns:a16="http://schemas.microsoft.com/office/drawing/2014/main" id="{F581E794-61D9-4325-AE32-4ACBDF6A06DE}"/>
              </a:ext>
            </a:extLst>
          </p:cNvPr>
          <p:cNvPicPr>
            <a:picLocks noChangeAspect="1"/>
          </p:cNvPicPr>
          <p:nvPr userDrawn="1"/>
        </p:nvPicPr>
        <p:blipFill>
          <a:blip r:embed="rId27">
            <a:extLst>
              <a:ext uri="{96DAC541-7B7A-43D3-8B79-37D633B846F1}">
                <asvg:svgBlip xmlns:asvg="http://schemas.microsoft.com/office/drawing/2016/SVG/main" r:embed="rId28"/>
              </a:ext>
            </a:extLst>
          </a:blip>
          <a:stretch>
            <a:fillRect/>
          </a:stretch>
        </p:blipFill>
        <p:spPr>
          <a:xfrm>
            <a:off x="907256" y="6276975"/>
            <a:ext cx="257175" cy="285750"/>
          </a:xfrm>
          <a:prstGeom prst="rect">
            <a:avLst/>
          </a:prstGeom>
        </p:spPr>
      </p:pic>
      <p:pic>
        <p:nvPicPr>
          <p:cNvPr id="88" name="Image 61" descr="preencoded.png">
            <a:extLst>
              <a:ext uri="{FF2B5EF4-FFF2-40B4-BE49-F238E27FC236}">
                <a16:creationId xmlns:a16="http://schemas.microsoft.com/office/drawing/2014/main" id="{8A978CBF-55F0-48DC-B349-44F69C1F4E49}"/>
              </a:ext>
            </a:extLst>
          </p:cNvPr>
          <p:cNvPicPr>
            <a:picLocks noChangeAspect="1"/>
          </p:cNvPicPr>
          <p:nvPr userDrawn="1"/>
        </p:nvPicPr>
        <p:blipFill>
          <a:blip r:embed="rId29">
            <a:extLst>
              <a:ext uri="{96DAC541-7B7A-43D3-8B79-37D633B846F1}">
                <asvg:svgBlip xmlns:asvg="http://schemas.microsoft.com/office/drawing/2016/SVG/main" r:embed="rId30"/>
              </a:ext>
            </a:extLst>
          </a:blip>
          <a:stretch>
            <a:fillRect/>
          </a:stretch>
        </p:blipFill>
        <p:spPr>
          <a:xfrm>
            <a:off x="1893094" y="3571875"/>
            <a:ext cx="243674" cy="324241"/>
          </a:xfrm>
          <a:prstGeom prst="rect">
            <a:avLst/>
          </a:prstGeom>
        </p:spPr>
      </p:pic>
      <p:pic>
        <p:nvPicPr>
          <p:cNvPr id="89" name="Image 62" descr="preencoded.png">
            <a:extLst>
              <a:ext uri="{FF2B5EF4-FFF2-40B4-BE49-F238E27FC236}">
                <a16:creationId xmlns:a16="http://schemas.microsoft.com/office/drawing/2014/main" id="{5FFA03B2-FE97-4507-A2AB-E0AD1D650401}"/>
              </a:ext>
            </a:extLst>
          </p:cNvPr>
          <p:cNvPicPr>
            <a:picLocks noChangeAspect="1"/>
          </p:cNvPicPr>
          <p:nvPr userDrawn="1"/>
        </p:nvPicPr>
        <p:blipFill>
          <a:blip r:embed="rId31">
            <a:extLst>
              <a:ext uri="{96DAC541-7B7A-43D3-8B79-37D633B846F1}">
                <asvg:svgBlip xmlns:asvg="http://schemas.microsoft.com/office/drawing/2016/SVG/main" r:embed="rId32"/>
              </a:ext>
            </a:extLst>
          </a:blip>
          <a:stretch>
            <a:fillRect/>
          </a:stretch>
        </p:blipFill>
        <p:spPr>
          <a:xfrm>
            <a:off x="1893094" y="6229350"/>
            <a:ext cx="243674" cy="324241"/>
          </a:xfrm>
          <a:prstGeom prst="rect">
            <a:avLst/>
          </a:prstGeom>
        </p:spPr>
      </p:pic>
      <p:pic>
        <p:nvPicPr>
          <p:cNvPr id="90" name="Image 63" descr="preencoded.png">
            <a:extLst>
              <a:ext uri="{FF2B5EF4-FFF2-40B4-BE49-F238E27FC236}">
                <a16:creationId xmlns:a16="http://schemas.microsoft.com/office/drawing/2014/main" id="{353AAA2B-0BD4-4437-B910-50C39E50A682}"/>
              </a:ext>
            </a:extLst>
          </p:cNvPr>
          <p:cNvPicPr>
            <a:picLocks noChangeAspect="1"/>
          </p:cNvPicPr>
          <p:nvPr userDrawn="1"/>
        </p:nvPicPr>
        <p:blipFill>
          <a:blip r:embed="rId33">
            <a:extLst>
              <a:ext uri="{96DAC541-7B7A-43D3-8B79-37D633B846F1}">
                <asvg:svgBlip xmlns:asvg="http://schemas.microsoft.com/office/drawing/2016/SVG/main" r:embed="rId34"/>
              </a:ext>
            </a:extLst>
          </a:blip>
          <a:stretch>
            <a:fillRect/>
          </a:stretch>
        </p:blipFill>
        <p:spPr>
          <a:xfrm>
            <a:off x="2873717" y="3555617"/>
            <a:ext cx="255246" cy="368591"/>
          </a:xfrm>
          <a:prstGeom prst="rect">
            <a:avLst/>
          </a:prstGeom>
        </p:spPr>
      </p:pic>
      <p:pic>
        <p:nvPicPr>
          <p:cNvPr id="91" name="Image 64" descr="preencoded.png">
            <a:extLst>
              <a:ext uri="{FF2B5EF4-FFF2-40B4-BE49-F238E27FC236}">
                <a16:creationId xmlns:a16="http://schemas.microsoft.com/office/drawing/2014/main" id="{57313F5C-975B-41FF-A3FE-72EC7B1AFB1D}"/>
              </a:ext>
            </a:extLst>
          </p:cNvPr>
          <p:cNvPicPr>
            <a:picLocks noChangeAspect="1"/>
          </p:cNvPicPr>
          <p:nvPr userDrawn="1"/>
        </p:nvPicPr>
        <p:blipFill>
          <a:blip r:embed="rId35">
            <a:extLst>
              <a:ext uri="{96DAC541-7B7A-43D3-8B79-37D633B846F1}">
                <asvg:svgBlip xmlns:asvg="http://schemas.microsoft.com/office/drawing/2016/SVG/main" r:embed="rId36"/>
              </a:ext>
            </a:extLst>
          </a:blip>
          <a:stretch>
            <a:fillRect/>
          </a:stretch>
        </p:blipFill>
        <p:spPr>
          <a:xfrm>
            <a:off x="2873717" y="6213092"/>
            <a:ext cx="255246" cy="368591"/>
          </a:xfrm>
          <a:prstGeom prst="rect">
            <a:avLst/>
          </a:prstGeom>
        </p:spPr>
      </p:pic>
      <p:pic>
        <p:nvPicPr>
          <p:cNvPr id="92" name="Image 65" descr="preencoded.png">
            <a:extLst>
              <a:ext uri="{FF2B5EF4-FFF2-40B4-BE49-F238E27FC236}">
                <a16:creationId xmlns:a16="http://schemas.microsoft.com/office/drawing/2014/main" id="{90C0870D-BCAA-4A9F-BB15-7841FD9CD3B4}"/>
              </a:ext>
            </a:extLst>
          </p:cNvPr>
          <p:cNvPicPr>
            <a:picLocks noChangeAspect="1"/>
          </p:cNvPicPr>
          <p:nvPr userDrawn="1"/>
        </p:nvPicPr>
        <p:blipFill>
          <a:blip r:embed="rId37">
            <a:extLst>
              <a:ext uri="{96DAC541-7B7A-43D3-8B79-37D633B846F1}">
                <asvg:svgBlip xmlns:asvg="http://schemas.microsoft.com/office/drawing/2016/SVG/main" r:embed="rId38"/>
              </a:ext>
            </a:extLst>
          </a:blip>
          <a:stretch>
            <a:fillRect/>
          </a:stretch>
        </p:blipFill>
        <p:spPr>
          <a:xfrm>
            <a:off x="3886201" y="3600451"/>
            <a:ext cx="199739" cy="275685"/>
          </a:xfrm>
          <a:prstGeom prst="rect">
            <a:avLst/>
          </a:prstGeom>
        </p:spPr>
      </p:pic>
      <p:pic>
        <p:nvPicPr>
          <p:cNvPr id="93" name="Image 66" descr="preencoded.png">
            <a:extLst>
              <a:ext uri="{FF2B5EF4-FFF2-40B4-BE49-F238E27FC236}">
                <a16:creationId xmlns:a16="http://schemas.microsoft.com/office/drawing/2014/main" id="{29DEAD41-9FE2-494A-BCAC-E3848BBEE67F}"/>
              </a:ext>
            </a:extLst>
          </p:cNvPr>
          <p:cNvPicPr>
            <a:picLocks noChangeAspect="1"/>
          </p:cNvPicPr>
          <p:nvPr userDrawn="1"/>
        </p:nvPicPr>
        <p:blipFill>
          <a:blip r:embed="rId39">
            <a:extLst>
              <a:ext uri="{96DAC541-7B7A-43D3-8B79-37D633B846F1}">
                <asvg:svgBlip xmlns:asvg="http://schemas.microsoft.com/office/drawing/2016/SVG/main" r:embed="rId40"/>
              </a:ext>
            </a:extLst>
          </a:blip>
          <a:stretch>
            <a:fillRect/>
          </a:stretch>
        </p:blipFill>
        <p:spPr>
          <a:xfrm>
            <a:off x="3886201" y="6257926"/>
            <a:ext cx="199739" cy="275685"/>
          </a:xfrm>
          <a:prstGeom prst="rect">
            <a:avLst/>
          </a:prstGeom>
        </p:spPr>
      </p:pic>
      <p:pic>
        <p:nvPicPr>
          <p:cNvPr id="94" name="Image 67" descr="preencoded.png">
            <a:extLst>
              <a:ext uri="{FF2B5EF4-FFF2-40B4-BE49-F238E27FC236}">
                <a16:creationId xmlns:a16="http://schemas.microsoft.com/office/drawing/2014/main" id="{A8F3D5B3-BAAC-4762-BD63-FA5BF52971FF}"/>
              </a:ext>
            </a:extLst>
          </p:cNvPr>
          <p:cNvPicPr>
            <a:picLocks noChangeAspect="1"/>
          </p:cNvPicPr>
          <p:nvPr userDrawn="1"/>
        </p:nvPicPr>
        <p:blipFill>
          <a:blip r:embed="rId41">
            <a:extLst>
              <a:ext uri="{96DAC541-7B7A-43D3-8B79-37D633B846F1}">
                <asvg:svgBlip xmlns:asvg="http://schemas.microsoft.com/office/drawing/2016/SVG/main" r:embed="rId42"/>
              </a:ext>
            </a:extLst>
          </a:blip>
          <a:stretch>
            <a:fillRect/>
          </a:stretch>
        </p:blipFill>
        <p:spPr>
          <a:xfrm>
            <a:off x="4872038" y="3600990"/>
            <a:ext cx="228600" cy="287462"/>
          </a:xfrm>
          <a:prstGeom prst="rect">
            <a:avLst/>
          </a:prstGeom>
        </p:spPr>
      </p:pic>
      <p:pic>
        <p:nvPicPr>
          <p:cNvPr id="95" name="Image 68" descr="preencoded.png">
            <a:extLst>
              <a:ext uri="{FF2B5EF4-FFF2-40B4-BE49-F238E27FC236}">
                <a16:creationId xmlns:a16="http://schemas.microsoft.com/office/drawing/2014/main" id="{0CBB12F5-D81A-4493-8304-26FDB77204E3}"/>
              </a:ext>
            </a:extLst>
          </p:cNvPr>
          <p:cNvPicPr>
            <a:picLocks noChangeAspect="1"/>
          </p:cNvPicPr>
          <p:nvPr userDrawn="1"/>
        </p:nvPicPr>
        <p:blipFill>
          <a:blip r:embed="rId43">
            <a:extLst>
              <a:ext uri="{96DAC541-7B7A-43D3-8B79-37D633B846F1}">
                <asvg:svgBlip xmlns:asvg="http://schemas.microsoft.com/office/drawing/2016/SVG/main" r:embed="rId44"/>
              </a:ext>
            </a:extLst>
          </a:blip>
          <a:stretch>
            <a:fillRect/>
          </a:stretch>
        </p:blipFill>
        <p:spPr>
          <a:xfrm>
            <a:off x="4872038" y="6258465"/>
            <a:ext cx="228600" cy="287462"/>
          </a:xfrm>
          <a:prstGeom prst="rect">
            <a:avLst/>
          </a:prstGeom>
        </p:spPr>
      </p:pic>
      <p:pic>
        <p:nvPicPr>
          <p:cNvPr id="96" name="Image 69" descr="preencoded.png">
            <a:extLst>
              <a:ext uri="{FF2B5EF4-FFF2-40B4-BE49-F238E27FC236}">
                <a16:creationId xmlns:a16="http://schemas.microsoft.com/office/drawing/2014/main" id="{A4AAB183-20C0-4802-A328-D2689ED3275B}"/>
              </a:ext>
            </a:extLst>
          </p:cNvPr>
          <p:cNvPicPr>
            <a:picLocks noChangeAspect="1"/>
          </p:cNvPicPr>
          <p:nvPr userDrawn="1"/>
        </p:nvPicPr>
        <p:blipFill>
          <a:blip r:embed="rId45">
            <a:extLst>
              <a:ext uri="{96DAC541-7B7A-43D3-8B79-37D633B846F1}">
                <asvg:svgBlip xmlns:asvg="http://schemas.microsoft.com/office/drawing/2016/SVG/main" r:embed="rId46"/>
              </a:ext>
            </a:extLst>
          </a:blip>
          <a:stretch>
            <a:fillRect/>
          </a:stretch>
        </p:blipFill>
        <p:spPr>
          <a:xfrm>
            <a:off x="4855179" y="2257389"/>
            <a:ext cx="245459" cy="328557"/>
          </a:xfrm>
          <a:prstGeom prst="rect">
            <a:avLst/>
          </a:prstGeom>
        </p:spPr>
      </p:pic>
      <p:pic>
        <p:nvPicPr>
          <p:cNvPr id="97" name="Image 70" descr="preencoded.png">
            <a:extLst>
              <a:ext uri="{FF2B5EF4-FFF2-40B4-BE49-F238E27FC236}">
                <a16:creationId xmlns:a16="http://schemas.microsoft.com/office/drawing/2014/main" id="{B332D174-B334-4D93-900C-F40B4483DA7E}"/>
              </a:ext>
            </a:extLst>
          </p:cNvPr>
          <p:cNvPicPr>
            <a:picLocks noChangeAspect="1"/>
          </p:cNvPicPr>
          <p:nvPr userDrawn="1"/>
        </p:nvPicPr>
        <p:blipFill>
          <a:blip r:embed="rId47">
            <a:extLst>
              <a:ext uri="{96DAC541-7B7A-43D3-8B79-37D633B846F1}">
                <asvg:svgBlip xmlns:asvg="http://schemas.microsoft.com/office/drawing/2016/SVG/main" r:embed="rId48"/>
              </a:ext>
            </a:extLst>
          </a:blip>
          <a:stretch>
            <a:fillRect/>
          </a:stretch>
        </p:blipFill>
        <p:spPr>
          <a:xfrm>
            <a:off x="4855179" y="4914864"/>
            <a:ext cx="245459" cy="328557"/>
          </a:xfrm>
          <a:prstGeom prst="rect">
            <a:avLst/>
          </a:prstGeom>
        </p:spPr>
      </p:pic>
      <p:pic>
        <p:nvPicPr>
          <p:cNvPr id="98" name="Image 71" descr="preencoded.png">
            <a:extLst>
              <a:ext uri="{FF2B5EF4-FFF2-40B4-BE49-F238E27FC236}">
                <a16:creationId xmlns:a16="http://schemas.microsoft.com/office/drawing/2014/main" id="{DD942C1C-852D-4E07-9793-740A91097474}"/>
              </a:ext>
            </a:extLst>
          </p:cNvPr>
          <p:cNvPicPr>
            <a:picLocks noChangeAspect="1"/>
          </p:cNvPicPr>
          <p:nvPr userDrawn="1"/>
        </p:nvPicPr>
        <p:blipFill>
          <a:blip r:embed="rId49">
            <a:extLst>
              <a:ext uri="{96DAC541-7B7A-43D3-8B79-37D633B846F1}">
                <asvg:svgBlip xmlns:asvg="http://schemas.microsoft.com/office/drawing/2016/SVG/main" r:embed="rId50"/>
              </a:ext>
            </a:extLst>
          </a:blip>
          <a:stretch>
            <a:fillRect/>
          </a:stretch>
        </p:blipFill>
        <p:spPr>
          <a:xfrm>
            <a:off x="5826800" y="2247901"/>
            <a:ext cx="266819" cy="355755"/>
          </a:xfrm>
          <a:prstGeom prst="rect">
            <a:avLst/>
          </a:prstGeom>
        </p:spPr>
      </p:pic>
      <p:pic>
        <p:nvPicPr>
          <p:cNvPr id="99" name="Image 72" descr="preencoded.png">
            <a:extLst>
              <a:ext uri="{FF2B5EF4-FFF2-40B4-BE49-F238E27FC236}">
                <a16:creationId xmlns:a16="http://schemas.microsoft.com/office/drawing/2014/main" id="{16A51352-FA45-471C-807F-A728611C8590}"/>
              </a:ext>
            </a:extLst>
          </p:cNvPr>
          <p:cNvPicPr>
            <a:picLocks noChangeAspect="1"/>
          </p:cNvPicPr>
          <p:nvPr userDrawn="1"/>
        </p:nvPicPr>
        <p:blipFill>
          <a:blip r:embed="rId51">
            <a:extLst>
              <a:ext uri="{96DAC541-7B7A-43D3-8B79-37D633B846F1}">
                <asvg:svgBlip xmlns:asvg="http://schemas.microsoft.com/office/drawing/2016/SVG/main" r:embed="rId52"/>
              </a:ext>
            </a:extLst>
          </a:blip>
          <a:stretch>
            <a:fillRect/>
          </a:stretch>
        </p:blipFill>
        <p:spPr>
          <a:xfrm>
            <a:off x="5826800" y="4905376"/>
            <a:ext cx="266819" cy="355755"/>
          </a:xfrm>
          <a:prstGeom prst="rect">
            <a:avLst/>
          </a:prstGeom>
        </p:spPr>
      </p:pic>
      <p:pic>
        <p:nvPicPr>
          <p:cNvPr id="100" name="Image 73" descr="preencoded.png">
            <a:extLst>
              <a:ext uri="{FF2B5EF4-FFF2-40B4-BE49-F238E27FC236}">
                <a16:creationId xmlns:a16="http://schemas.microsoft.com/office/drawing/2014/main" id="{468715FB-94D7-43B4-A802-C90213254FD4}"/>
              </a:ext>
            </a:extLst>
          </p:cNvPr>
          <p:cNvPicPr>
            <a:picLocks noChangeAspect="1"/>
          </p:cNvPicPr>
          <p:nvPr userDrawn="1"/>
        </p:nvPicPr>
        <p:blipFill>
          <a:blip r:embed="rId53">
            <a:extLst>
              <a:ext uri="{96DAC541-7B7A-43D3-8B79-37D633B846F1}">
                <asvg:svgBlip xmlns:asvg="http://schemas.microsoft.com/office/drawing/2016/SVG/main" r:embed="rId54"/>
              </a:ext>
            </a:extLst>
          </a:blip>
          <a:stretch>
            <a:fillRect/>
          </a:stretch>
        </p:blipFill>
        <p:spPr>
          <a:xfrm>
            <a:off x="5850731" y="3562350"/>
            <a:ext cx="217742" cy="335180"/>
          </a:xfrm>
          <a:prstGeom prst="rect">
            <a:avLst/>
          </a:prstGeom>
        </p:spPr>
      </p:pic>
      <p:pic>
        <p:nvPicPr>
          <p:cNvPr id="101" name="Image 74" descr="preencoded.png">
            <a:extLst>
              <a:ext uri="{FF2B5EF4-FFF2-40B4-BE49-F238E27FC236}">
                <a16:creationId xmlns:a16="http://schemas.microsoft.com/office/drawing/2014/main" id="{B8DDCD36-F49F-4D2F-8F8D-51A6108520C6}"/>
              </a:ext>
            </a:extLst>
          </p:cNvPr>
          <p:cNvPicPr>
            <a:picLocks noChangeAspect="1"/>
          </p:cNvPicPr>
          <p:nvPr userDrawn="1"/>
        </p:nvPicPr>
        <p:blipFill>
          <a:blip r:embed="rId55">
            <a:extLst>
              <a:ext uri="{96DAC541-7B7A-43D3-8B79-37D633B846F1}">
                <asvg:svgBlip xmlns:asvg="http://schemas.microsoft.com/office/drawing/2016/SVG/main" r:embed="rId56"/>
              </a:ext>
            </a:extLst>
          </a:blip>
          <a:stretch>
            <a:fillRect/>
          </a:stretch>
        </p:blipFill>
        <p:spPr>
          <a:xfrm>
            <a:off x="5850731" y="6219825"/>
            <a:ext cx="217742" cy="335180"/>
          </a:xfrm>
          <a:prstGeom prst="rect">
            <a:avLst/>
          </a:prstGeom>
        </p:spPr>
      </p:pic>
      <p:pic>
        <p:nvPicPr>
          <p:cNvPr id="102" name="Image 75" descr="preencoded.png">
            <a:extLst>
              <a:ext uri="{FF2B5EF4-FFF2-40B4-BE49-F238E27FC236}">
                <a16:creationId xmlns:a16="http://schemas.microsoft.com/office/drawing/2014/main" id="{3EA18661-ACCF-4775-A1FA-4E75D802B337}"/>
              </a:ext>
            </a:extLst>
          </p:cNvPr>
          <p:cNvPicPr>
            <a:picLocks noChangeAspect="1"/>
          </p:cNvPicPr>
          <p:nvPr userDrawn="1"/>
        </p:nvPicPr>
        <p:blipFill>
          <a:blip r:embed="rId57">
            <a:extLst>
              <a:ext uri="{96DAC541-7B7A-43D3-8B79-37D633B846F1}">
                <asvg:svgBlip xmlns:asvg="http://schemas.microsoft.com/office/drawing/2016/SVG/main" r:embed="rId58"/>
              </a:ext>
            </a:extLst>
          </a:blip>
          <a:stretch>
            <a:fillRect/>
          </a:stretch>
        </p:blipFill>
        <p:spPr>
          <a:xfrm>
            <a:off x="6855428" y="2269275"/>
            <a:ext cx="181166" cy="311814"/>
          </a:xfrm>
          <a:prstGeom prst="rect">
            <a:avLst/>
          </a:prstGeom>
        </p:spPr>
      </p:pic>
      <p:pic>
        <p:nvPicPr>
          <p:cNvPr id="103" name="Image 76" descr="preencoded.png">
            <a:extLst>
              <a:ext uri="{FF2B5EF4-FFF2-40B4-BE49-F238E27FC236}">
                <a16:creationId xmlns:a16="http://schemas.microsoft.com/office/drawing/2014/main" id="{8478028C-D968-4C56-9056-60F030CD191A}"/>
              </a:ext>
            </a:extLst>
          </p:cNvPr>
          <p:cNvPicPr>
            <a:picLocks noChangeAspect="1"/>
          </p:cNvPicPr>
          <p:nvPr userDrawn="1"/>
        </p:nvPicPr>
        <p:blipFill>
          <a:blip r:embed="rId59">
            <a:extLst>
              <a:ext uri="{96DAC541-7B7A-43D3-8B79-37D633B846F1}">
                <asvg:svgBlip xmlns:asvg="http://schemas.microsoft.com/office/drawing/2016/SVG/main" r:embed="rId60"/>
              </a:ext>
            </a:extLst>
          </a:blip>
          <a:stretch>
            <a:fillRect/>
          </a:stretch>
        </p:blipFill>
        <p:spPr>
          <a:xfrm>
            <a:off x="6855428" y="4926750"/>
            <a:ext cx="181166" cy="311814"/>
          </a:xfrm>
          <a:prstGeom prst="rect">
            <a:avLst/>
          </a:prstGeom>
        </p:spPr>
      </p:pic>
      <p:pic>
        <p:nvPicPr>
          <p:cNvPr id="104" name="Image 77" descr="preencoded.png">
            <a:extLst>
              <a:ext uri="{FF2B5EF4-FFF2-40B4-BE49-F238E27FC236}">
                <a16:creationId xmlns:a16="http://schemas.microsoft.com/office/drawing/2014/main" id="{DFAA10B3-BD44-4015-B93D-93C4E54B6C85}"/>
              </a:ext>
            </a:extLst>
          </p:cNvPr>
          <p:cNvPicPr>
            <a:picLocks noChangeAspect="1"/>
          </p:cNvPicPr>
          <p:nvPr userDrawn="1"/>
        </p:nvPicPr>
        <p:blipFill>
          <a:blip r:embed="rId61">
            <a:extLst>
              <a:ext uri="{96DAC541-7B7A-43D3-8B79-37D633B846F1}">
                <asvg:svgBlip xmlns:asvg="http://schemas.microsoft.com/office/drawing/2016/SVG/main" r:embed="rId62"/>
              </a:ext>
            </a:extLst>
          </a:blip>
          <a:stretch>
            <a:fillRect/>
          </a:stretch>
        </p:blipFill>
        <p:spPr>
          <a:xfrm>
            <a:off x="6843713" y="3569327"/>
            <a:ext cx="192881" cy="325859"/>
          </a:xfrm>
          <a:prstGeom prst="rect">
            <a:avLst/>
          </a:prstGeom>
        </p:spPr>
      </p:pic>
      <p:pic>
        <p:nvPicPr>
          <p:cNvPr id="105" name="Image 78" descr="preencoded.png">
            <a:extLst>
              <a:ext uri="{FF2B5EF4-FFF2-40B4-BE49-F238E27FC236}">
                <a16:creationId xmlns:a16="http://schemas.microsoft.com/office/drawing/2014/main" id="{19D86D10-C206-42CD-AA21-4F6CF0BC32F4}"/>
              </a:ext>
            </a:extLst>
          </p:cNvPr>
          <p:cNvPicPr>
            <a:picLocks noChangeAspect="1"/>
          </p:cNvPicPr>
          <p:nvPr userDrawn="1"/>
        </p:nvPicPr>
        <p:blipFill>
          <a:blip r:embed="rId63">
            <a:extLst>
              <a:ext uri="{96DAC541-7B7A-43D3-8B79-37D633B846F1}">
                <asvg:svgBlip xmlns:asvg="http://schemas.microsoft.com/office/drawing/2016/SVG/main" r:embed="rId64"/>
              </a:ext>
            </a:extLst>
          </a:blip>
          <a:stretch>
            <a:fillRect/>
          </a:stretch>
        </p:blipFill>
        <p:spPr>
          <a:xfrm>
            <a:off x="6843713" y="6226802"/>
            <a:ext cx="192881" cy="325859"/>
          </a:xfrm>
          <a:prstGeom prst="rect">
            <a:avLst/>
          </a:prstGeom>
        </p:spPr>
      </p:pic>
      <p:pic>
        <p:nvPicPr>
          <p:cNvPr id="106" name="Image 79" descr="preencoded.png">
            <a:extLst>
              <a:ext uri="{FF2B5EF4-FFF2-40B4-BE49-F238E27FC236}">
                <a16:creationId xmlns:a16="http://schemas.microsoft.com/office/drawing/2014/main" id="{47B10053-DA53-4F97-B756-978148DDBAC9}"/>
              </a:ext>
            </a:extLst>
          </p:cNvPr>
          <p:cNvPicPr>
            <a:picLocks noChangeAspect="1"/>
          </p:cNvPicPr>
          <p:nvPr userDrawn="1"/>
        </p:nvPicPr>
        <p:blipFill>
          <a:blip r:embed="rId65">
            <a:extLst>
              <a:ext uri="{96DAC541-7B7A-43D3-8B79-37D633B846F1}">
                <asvg:svgBlip xmlns:asvg="http://schemas.microsoft.com/office/drawing/2016/SVG/main" r:embed="rId66"/>
              </a:ext>
            </a:extLst>
          </a:blip>
          <a:stretch>
            <a:fillRect/>
          </a:stretch>
        </p:blipFill>
        <p:spPr>
          <a:xfrm>
            <a:off x="7815263" y="2266951"/>
            <a:ext cx="233815" cy="311665"/>
          </a:xfrm>
          <a:prstGeom prst="rect">
            <a:avLst/>
          </a:prstGeom>
        </p:spPr>
      </p:pic>
      <p:pic>
        <p:nvPicPr>
          <p:cNvPr id="107" name="Image 80" descr="preencoded.png">
            <a:extLst>
              <a:ext uri="{FF2B5EF4-FFF2-40B4-BE49-F238E27FC236}">
                <a16:creationId xmlns:a16="http://schemas.microsoft.com/office/drawing/2014/main" id="{9F012247-B706-4028-8D27-7CD424B5C2B7}"/>
              </a:ext>
            </a:extLst>
          </p:cNvPr>
          <p:cNvPicPr>
            <a:picLocks noChangeAspect="1"/>
          </p:cNvPicPr>
          <p:nvPr userDrawn="1"/>
        </p:nvPicPr>
        <p:blipFill>
          <a:blip r:embed="rId67">
            <a:extLst>
              <a:ext uri="{96DAC541-7B7A-43D3-8B79-37D633B846F1}">
                <asvg:svgBlip xmlns:asvg="http://schemas.microsoft.com/office/drawing/2016/SVG/main" r:embed="rId68"/>
              </a:ext>
            </a:extLst>
          </a:blip>
          <a:stretch>
            <a:fillRect/>
          </a:stretch>
        </p:blipFill>
        <p:spPr>
          <a:xfrm>
            <a:off x="7815263" y="4924426"/>
            <a:ext cx="233815" cy="311665"/>
          </a:xfrm>
          <a:prstGeom prst="rect">
            <a:avLst/>
          </a:prstGeom>
        </p:spPr>
      </p:pic>
      <p:pic>
        <p:nvPicPr>
          <p:cNvPr id="108" name="Image 81" descr="preencoded.png">
            <a:extLst>
              <a:ext uri="{FF2B5EF4-FFF2-40B4-BE49-F238E27FC236}">
                <a16:creationId xmlns:a16="http://schemas.microsoft.com/office/drawing/2014/main" id="{FC547AA2-26EC-42A1-88D2-EF53A5D21554}"/>
              </a:ext>
            </a:extLst>
          </p:cNvPr>
          <p:cNvPicPr>
            <a:picLocks noChangeAspect="1"/>
          </p:cNvPicPr>
          <p:nvPr userDrawn="1"/>
        </p:nvPicPr>
        <p:blipFill>
          <a:blip r:embed="rId69">
            <a:extLst>
              <a:ext uri="{96DAC541-7B7A-43D3-8B79-37D633B846F1}">
                <asvg:svgBlip xmlns:asvg="http://schemas.microsoft.com/office/drawing/2016/SVG/main" r:embed="rId70"/>
              </a:ext>
            </a:extLst>
          </a:blip>
          <a:stretch>
            <a:fillRect/>
          </a:stretch>
        </p:blipFill>
        <p:spPr>
          <a:xfrm>
            <a:off x="7845052" y="3598497"/>
            <a:ext cx="205955" cy="293470"/>
          </a:xfrm>
          <a:prstGeom prst="rect">
            <a:avLst/>
          </a:prstGeom>
        </p:spPr>
      </p:pic>
      <p:pic>
        <p:nvPicPr>
          <p:cNvPr id="109" name="Image 82" descr="preencoded.png">
            <a:extLst>
              <a:ext uri="{FF2B5EF4-FFF2-40B4-BE49-F238E27FC236}">
                <a16:creationId xmlns:a16="http://schemas.microsoft.com/office/drawing/2014/main" id="{5C8F79BE-C299-4C3C-B223-4DC24709E072}"/>
              </a:ext>
            </a:extLst>
          </p:cNvPr>
          <p:cNvPicPr>
            <a:picLocks noChangeAspect="1"/>
          </p:cNvPicPr>
          <p:nvPr userDrawn="1"/>
        </p:nvPicPr>
        <p:blipFill>
          <a:blip r:embed="rId71">
            <a:extLst>
              <a:ext uri="{96DAC541-7B7A-43D3-8B79-37D633B846F1}">
                <asvg:svgBlip xmlns:asvg="http://schemas.microsoft.com/office/drawing/2016/SVG/main" r:embed="rId72"/>
              </a:ext>
            </a:extLst>
          </a:blip>
          <a:stretch>
            <a:fillRect/>
          </a:stretch>
        </p:blipFill>
        <p:spPr>
          <a:xfrm>
            <a:off x="7845052" y="6255972"/>
            <a:ext cx="205955" cy="293470"/>
          </a:xfrm>
          <a:prstGeom prst="rect">
            <a:avLst/>
          </a:prstGeom>
        </p:spPr>
      </p:pic>
      <p:pic>
        <p:nvPicPr>
          <p:cNvPr id="110" name="Image 83" descr="preencoded.png">
            <a:extLst>
              <a:ext uri="{FF2B5EF4-FFF2-40B4-BE49-F238E27FC236}">
                <a16:creationId xmlns:a16="http://schemas.microsoft.com/office/drawing/2014/main" id="{CCC79FE3-6452-459D-B706-DC3913E8B4DB}"/>
              </a:ext>
            </a:extLst>
          </p:cNvPr>
          <p:cNvPicPr>
            <a:picLocks noChangeAspect="1"/>
          </p:cNvPicPr>
          <p:nvPr userDrawn="1"/>
        </p:nvPicPr>
        <p:blipFill>
          <a:blip r:embed="rId73">
            <a:extLst>
              <a:ext uri="{96DAC541-7B7A-43D3-8B79-37D633B846F1}">
                <asvg:svgBlip xmlns:asvg="http://schemas.microsoft.com/office/drawing/2016/SVG/main" r:embed="rId74"/>
              </a:ext>
            </a:extLst>
          </a:blip>
          <a:stretch>
            <a:fillRect/>
          </a:stretch>
        </p:blipFill>
        <p:spPr>
          <a:xfrm>
            <a:off x="8785813" y="2282577"/>
            <a:ext cx="265319" cy="265826"/>
          </a:xfrm>
          <a:prstGeom prst="rect">
            <a:avLst/>
          </a:prstGeom>
        </p:spPr>
      </p:pic>
      <p:pic>
        <p:nvPicPr>
          <p:cNvPr id="111" name="Image 84" descr="preencoded.png">
            <a:extLst>
              <a:ext uri="{FF2B5EF4-FFF2-40B4-BE49-F238E27FC236}">
                <a16:creationId xmlns:a16="http://schemas.microsoft.com/office/drawing/2014/main" id="{4EF47F78-73AB-489F-9341-8D5EE4366145}"/>
              </a:ext>
            </a:extLst>
          </p:cNvPr>
          <p:cNvPicPr>
            <a:picLocks noChangeAspect="1"/>
          </p:cNvPicPr>
          <p:nvPr userDrawn="1"/>
        </p:nvPicPr>
        <p:blipFill>
          <a:blip r:embed="rId75">
            <a:extLst>
              <a:ext uri="{96DAC541-7B7A-43D3-8B79-37D633B846F1}">
                <asvg:svgBlip xmlns:asvg="http://schemas.microsoft.com/office/drawing/2016/SVG/main" r:embed="rId76"/>
              </a:ext>
            </a:extLst>
          </a:blip>
          <a:stretch>
            <a:fillRect/>
          </a:stretch>
        </p:blipFill>
        <p:spPr>
          <a:xfrm>
            <a:off x="8785813" y="4940052"/>
            <a:ext cx="265319" cy="265826"/>
          </a:xfrm>
          <a:prstGeom prst="rect">
            <a:avLst/>
          </a:prstGeom>
        </p:spPr>
      </p:pic>
      <p:pic>
        <p:nvPicPr>
          <p:cNvPr id="112" name="Image 85" descr="preencoded.png">
            <a:extLst>
              <a:ext uri="{FF2B5EF4-FFF2-40B4-BE49-F238E27FC236}">
                <a16:creationId xmlns:a16="http://schemas.microsoft.com/office/drawing/2014/main" id="{DBAEF221-4600-4798-955F-765BD0057B90}"/>
              </a:ext>
            </a:extLst>
          </p:cNvPr>
          <p:cNvPicPr>
            <a:picLocks noChangeAspect="1"/>
          </p:cNvPicPr>
          <p:nvPr userDrawn="1"/>
        </p:nvPicPr>
        <p:blipFill>
          <a:blip r:embed="rId77">
            <a:extLst>
              <a:ext uri="{96DAC541-7B7A-43D3-8B79-37D633B846F1}">
                <asvg:svgBlip xmlns:asvg="http://schemas.microsoft.com/office/drawing/2016/SVG/main" r:embed="rId78"/>
              </a:ext>
            </a:extLst>
          </a:blip>
          <a:stretch>
            <a:fillRect/>
          </a:stretch>
        </p:blipFill>
        <p:spPr>
          <a:xfrm>
            <a:off x="8786812" y="3562351"/>
            <a:ext cx="256175" cy="340891"/>
          </a:xfrm>
          <a:prstGeom prst="rect">
            <a:avLst/>
          </a:prstGeom>
        </p:spPr>
      </p:pic>
      <p:pic>
        <p:nvPicPr>
          <p:cNvPr id="113" name="Image 86" descr="preencoded.png">
            <a:extLst>
              <a:ext uri="{FF2B5EF4-FFF2-40B4-BE49-F238E27FC236}">
                <a16:creationId xmlns:a16="http://schemas.microsoft.com/office/drawing/2014/main" id="{10515930-8C5B-4428-BC29-98777236E3D5}"/>
              </a:ext>
            </a:extLst>
          </p:cNvPr>
          <p:cNvPicPr>
            <a:picLocks noChangeAspect="1"/>
          </p:cNvPicPr>
          <p:nvPr userDrawn="1"/>
        </p:nvPicPr>
        <p:blipFill>
          <a:blip r:embed="rId79">
            <a:extLst>
              <a:ext uri="{96DAC541-7B7A-43D3-8B79-37D633B846F1}">
                <asvg:svgBlip xmlns:asvg="http://schemas.microsoft.com/office/drawing/2016/SVG/main" r:embed="rId80"/>
              </a:ext>
            </a:extLst>
          </a:blip>
          <a:stretch>
            <a:fillRect/>
          </a:stretch>
        </p:blipFill>
        <p:spPr>
          <a:xfrm>
            <a:off x="8786812" y="6219826"/>
            <a:ext cx="256175" cy="340891"/>
          </a:xfrm>
          <a:prstGeom prst="rect">
            <a:avLst/>
          </a:prstGeom>
        </p:spPr>
      </p:pic>
      <p:pic>
        <p:nvPicPr>
          <p:cNvPr id="114" name="Image 87" descr="preencoded.png">
            <a:extLst>
              <a:ext uri="{FF2B5EF4-FFF2-40B4-BE49-F238E27FC236}">
                <a16:creationId xmlns:a16="http://schemas.microsoft.com/office/drawing/2014/main" id="{486F7D06-ACF2-4AF4-B238-A04A8666C0EC}"/>
              </a:ext>
            </a:extLst>
          </p:cNvPr>
          <p:cNvPicPr>
            <a:picLocks noChangeAspect="1"/>
          </p:cNvPicPr>
          <p:nvPr userDrawn="1"/>
        </p:nvPicPr>
        <p:blipFill>
          <a:blip r:embed="rId81">
            <a:extLst>
              <a:ext uri="{96DAC541-7B7A-43D3-8B79-37D633B846F1}">
                <asvg:svgBlip xmlns:asvg="http://schemas.microsoft.com/office/drawing/2016/SVG/main" r:embed="rId82"/>
              </a:ext>
            </a:extLst>
          </a:blip>
          <a:stretch>
            <a:fillRect/>
          </a:stretch>
        </p:blipFill>
        <p:spPr>
          <a:xfrm>
            <a:off x="9794081" y="2286001"/>
            <a:ext cx="213527" cy="260003"/>
          </a:xfrm>
          <a:prstGeom prst="rect">
            <a:avLst/>
          </a:prstGeom>
        </p:spPr>
      </p:pic>
      <p:pic>
        <p:nvPicPr>
          <p:cNvPr id="115" name="Image 88" descr="preencoded.png">
            <a:extLst>
              <a:ext uri="{FF2B5EF4-FFF2-40B4-BE49-F238E27FC236}">
                <a16:creationId xmlns:a16="http://schemas.microsoft.com/office/drawing/2014/main" id="{90BF8363-22BF-4E6C-B2D4-A81ACEE0A621}"/>
              </a:ext>
            </a:extLst>
          </p:cNvPr>
          <p:cNvPicPr>
            <a:picLocks noChangeAspect="1"/>
          </p:cNvPicPr>
          <p:nvPr userDrawn="1"/>
        </p:nvPicPr>
        <p:blipFill>
          <a:blip r:embed="rId83">
            <a:extLst>
              <a:ext uri="{96DAC541-7B7A-43D3-8B79-37D633B846F1}">
                <asvg:svgBlip xmlns:asvg="http://schemas.microsoft.com/office/drawing/2016/SVG/main" r:embed="rId84"/>
              </a:ext>
            </a:extLst>
          </a:blip>
          <a:stretch>
            <a:fillRect/>
          </a:stretch>
        </p:blipFill>
        <p:spPr>
          <a:xfrm>
            <a:off x="9794081" y="4943476"/>
            <a:ext cx="213527" cy="260003"/>
          </a:xfrm>
          <a:prstGeom prst="rect">
            <a:avLst/>
          </a:prstGeom>
        </p:spPr>
      </p:pic>
      <p:pic>
        <p:nvPicPr>
          <p:cNvPr id="116" name="Image 89" descr="preencoded.png">
            <a:extLst>
              <a:ext uri="{FF2B5EF4-FFF2-40B4-BE49-F238E27FC236}">
                <a16:creationId xmlns:a16="http://schemas.microsoft.com/office/drawing/2014/main" id="{823F7FBD-16AB-452A-AE48-9683A5639502}"/>
              </a:ext>
            </a:extLst>
          </p:cNvPr>
          <p:cNvPicPr>
            <a:picLocks noChangeAspect="1"/>
          </p:cNvPicPr>
          <p:nvPr userDrawn="1"/>
        </p:nvPicPr>
        <p:blipFill>
          <a:blip r:embed="rId85">
            <a:extLst>
              <a:ext uri="{96DAC541-7B7A-43D3-8B79-37D633B846F1}">
                <asvg:svgBlip xmlns:asvg="http://schemas.microsoft.com/office/drawing/2016/SVG/main" r:embed="rId86"/>
              </a:ext>
            </a:extLst>
          </a:blip>
          <a:stretch>
            <a:fillRect/>
          </a:stretch>
        </p:blipFill>
        <p:spPr>
          <a:xfrm>
            <a:off x="9784152" y="3568136"/>
            <a:ext cx="231386" cy="308372"/>
          </a:xfrm>
          <a:prstGeom prst="rect">
            <a:avLst/>
          </a:prstGeom>
        </p:spPr>
      </p:pic>
      <p:pic>
        <p:nvPicPr>
          <p:cNvPr id="117" name="Image 90" descr="preencoded.png">
            <a:extLst>
              <a:ext uri="{FF2B5EF4-FFF2-40B4-BE49-F238E27FC236}">
                <a16:creationId xmlns:a16="http://schemas.microsoft.com/office/drawing/2014/main" id="{E6A10045-68E4-4E78-97CC-294C2EF97907}"/>
              </a:ext>
            </a:extLst>
          </p:cNvPr>
          <p:cNvPicPr>
            <a:picLocks noChangeAspect="1"/>
          </p:cNvPicPr>
          <p:nvPr userDrawn="1"/>
        </p:nvPicPr>
        <p:blipFill>
          <a:blip r:embed="rId87">
            <a:extLst>
              <a:ext uri="{96DAC541-7B7A-43D3-8B79-37D633B846F1}">
                <asvg:svgBlip xmlns:asvg="http://schemas.microsoft.com/office/drawing/2016/SVG/main" r:embed="rId88"/>
              </a:ext>
            </a:extLst>
          </a:blip>
          <a:stretch>
            <a:fillRect/>
          </a:stretch>
        </p:blipFill>
        <p:spPr>
          <a:xfrm>
            <a:off x="9784152" y="6225611"/>
            <a:ext cx="231386" cy="308372"/>
          </a:xfrm>
          <a:prstGeom prst="rect">
            <a:avLst/>
          </a:prstGeom>
        </p:spPr>
      </p:pic>
      <p:pic>
        <p:nvPicPr>
          <p:cNvPr id="118" name="Image 91" descr="preencoded.png">
            <a:extLst>
              <a:ext uri="{FF2B5EF4-FFF2-40B4-BE49-F238E27FC236}">
                <a16:creationId xmlns:a16="http://schemas.microsoft.com/office/drawing/2014/main" id="{ED3CDFD7-10E1-438C-AEBF-F7FEED197290}"/>
              </a:ext>
            </a:extLst>
          </p:cNvPr>
          <p:cNvPicPr>
            <a:picLocks noChangeAspect="1"/>
          </p:cNvPicPr>
          <p:nvPr userDrawn="1"/>
        </p:nvPicPr>
        <p:blipFill>
          <a:blip r:embed="rId89">
            <a:extLst>
              <a:ext uri="{96DAC541-7B7A-43D3-8B79-37D633B846F1}">
                <asvg:svgBlip xmlns:asvg="http://schemas.microsoft.com/office/drawing/2016/SVG/main" r:embed="rId90"/>
              </a:ext>
            </a:extLst>
          </a:blip>
          <a:stretch>
            <a:fillRect/>
          </a:stretch>
        </p:blipFill>
        <p:spPr>
          <a:xfrm>
            <a:off x="10768703" y="2242450"/>
            <a:ext cx="232672" cy="311869"/>
          </a:xfrm>
          <a:prstGeom prst="rect">
            <a:avLst/>
          </a:prstGeom>
        </p:spPr>
      </p:pic>
      <p:pic>
        <p:nvPicPr>
          <p:cNvPr id="119" name="Image 92" descr="preencoded.png">
            <a:extLst>
              <a:ext uri="{FF2B5EF4-FFF2-40B4-BE49-F238E27FC236}">
                <a16:creationId xmlns:a16="http://schemas.microsoft.com/office/drawing/2014/main" id="{86908D1A-84C5-4C63-B3AD-90D14BBE775C}"/>
              </a:ext>
            </a:extLst>
          </p:cNvPr>
          <p:cNvPicPr>
            <a:picLocks noChangeAspect="1"/>
          </p:cNvPicPr>
          <p:nvPr userDrawn="1"/>
        </p:nvPicPr>
        <p:blipFill>
          <a:blip r:embed="rId91">
            <a:extLst>
              <a:ext uri="{96DAC541-7B7A-43D3-8B79-37D633B846F1}">
                <asvg:svgBlip xmlns:asvg="http://schemas.microsoft.com/office/drawing/2016/SVG/main" r:embed="rId92"/>
              </a:ext>
            </a:extLst>
          </a:blip>
          <a:stretch>
            <a:fillRect/>
          </a:stretch>
        </p:blipFill>
        <p:spPr>
          <a:xfrm>
            <a:off x="10768703" y="4899925"/>
            <a:ext cx="232672" cy="311869"/>
          </a:xfrm>
          <a:prstGeom prst="rect">
            <a:avLst/>
          </a:prstGeom>
        </p:spPr>
      </p:pic>
      <p:pic>
        <p:nvPicPr>
          <p:cNvPr id="120" name="Image 93" descr="preencoded.png">
            <a:extLst>
              <a:ext uri="{FF2B5EF4-FFF2-40B4-BE49-F238E27FC236}">
                <a16:creationId xmlns:a16="http://schemas.microsoft.com/office/drawing/2014/main" id="{9FD2A60D-7BD6-4AF6-A9FD-1BD0A595D66A}"/>
              </a:ext>
            </a:extLst>
          </p:cNvPr>
          <p:cNvPicPr>
            <a:picLocks noChangeAspect="1"/>
          </p:cNvPicPr>
          <p:nvPr userDrawn="1"/>
        </p:nvPicPr>
        <p:blipFill>
          <a:blip r:embed="rId93">
            <a:extLst>
              <a:ext uri="{96DAC541-7B7A-43D3-8B79-37D633B846F1}">
                <asvg:svgBlip xmlns:asvg="http://schemas.microsoft.com/office/drawing/2016/SVG/main" r:embed="rId94"/>
              </a:ext>
            </a:extLst>
          </a:blip>
          <a:stretch>
            <a:fillRect/>
          </a:stretch>
        </p:blipFill>
        <p:spPr>
          <a:xfrm>
            <a:off x="10758274" y="3544305"/>
            <a:ext cx="264533" cy="377112"/>
          </a:xfrm>
          <a:prstGeom prst="rect">
            <a:avLst/>
          </a:prstGeom>
        </p:spPr>
      </p:pic>
      <p:pic>
        <p:nvPicPr>
          <p:cNvPr id="121" name="Image 94" descr="preencoded.png">
            <a:extLst>
              <a:ext uri="{FF2B5EF4-FFF2-40B4-BE49-F238E27FC236}">
                <a16:creationId xmlns:a16="http://schemas.microsoft.com/office/drawing/2014/main" id="{1F2AC572-0F0F-48F1-A8D7-5167DF205759}"/>
              </a:ext>
            </a:extLst>
          </p:cNvPr>
          <p:cNvPicPr>
            <a:picLocks noChangeAspect="1"/>
          </p:cNvPicPr>
          <p:nvPr userDrawn="1"/>
        </p:nvPicPr>
        <p:blipFill>
          <a:blip r:embed="rId95">
            <a:extLst>
              <a:ext uri="{96DAC541-7B7A-43D3-8B79-37D633B846F1}">
                <asvg:svgBlip xmlns:asvg="http://schemas.microsoft.com/office/drawing/2016/SVG/main" r:embed="rId96"/>
              </a:ext>
            </a:extLst>
          </a:blip>
          <a:stretch>
            <a:fillRect/>
          </a:stretch>
        </p:blipFill>
        <p:spPr>
          <a:xfrm>
            <a:off x="10758274" y="6201780"/>
            <a:ext cx="264533" cy="377112"/>
          </a:xfrm>
          <a:prstGeom prst="rect">
            <a:avLst/>
          </a:prstGeom>
        </p:spPr>
      </p:pic>
      <p:pic>
        <p:nvPicPr>
          <p:cNvPr id="122" name="Image 95" descr="preencoded.png">
            <a:extLst>
              <a:ext uri="{FF2B5EF4-FFF2-40B4-BE49-F238E27FC236}">
                <a16:creationId xmlns:a16="http://schemas.microsoft.com/office/drawing/2014/main" id="{097765AE-9EC0-4B78-B477-694E05D24307}"/>
              </a:ext>
            </a:extLst>
          </p:cNvPr>
          <p:cNvPicPr>
            <a:picLocks noChangeAspect="1"/>
          </p:cNvPicPr>
          <p:nvPr userDrawn="1"/>
        </p:nvPicPr>
        <p:blipFill>
          <a:blip r:embed="rId97">
            <a:extLst>
              <a:ext uri="{96DAC541-7B7A-43D3-8B79-37D633B846F1}">
                <asvg:svgBlip xmlns:asvg="http://schemas.microsoft.com/office/drawing/2016/SVG/main" r:embed="rId98"/>
              </a:ext>
            </a:extLst>
          </a:blip>
          <a:stretch>
            <a:fillRect/>
          </a:stretch>
        </p:blipFill>
        <p:spPr>
          <a:xfrm>
            <a:off x="11751469" y="2257426"/>
            <a:ext cx="239169" cy="317655"/>
          </a:xfrm>
          <a:prstGeom prst="rect">
            <a:avLst/>
          </a:prstGeom>
        </p:spPr>
      </p:pic>
      <p:pic>
        <p:nvPicPr>
          <p:cNvPr id="123" name="Image 96" descr="preencoded.png">
            <a:extLst>
              <a:ext uri="{FF2B5EF4-FFF2-40B4-BE49-F238E27FC236}">
                <a16:creationId xmlns:a16="http://schemas.microsoft.com/office/drawing/2014/main" id="{11B60F83-A5CA-4DA5-844A-442619D6E99A}"/>
              </a:ext>
            </a:extLst>
          </p:cNvPr>
          <p:cNvPicPr>
            <a:picLocks noChangeAspect="1"/>
          </p:cNvPicPr>
          <p:nvPr userDrawn="1"/>
        </p:nvPicPr>
        <p:blipFill>
          <a:blip r:embed="rId99">
            <a:extLst>
              <a:ext uri="{96DAC541-7B7A-43D3-8B79-37D633B846F1}">
                <asvg:svgBlip xmlns:asvg="http://schemas.microsoft.com/office/drawing/2016/SVG/main" r:embed="rId100"/>
              </a:ext>
            </a:extLst>
          </a:blip>
          <a:stretch>
            <a:fillRect/>
          </a:stretch>
        </p:blipFill>
        <p:spPr>
          <a:xfrm>
            <a:off x="11751469" y="4914901"/>
            <a:ext cx="239169" cy="317655"/>
          </a:xfrm>
          <a:prstGeom prst="rect">
            <a:avLst/>
          </a:prstGeom>
        </p:spPr>
      </p:pic>
      <p:pic>
        <p:nvPicPr>
          <p:cNvPr id="124" name="Image 97" descr="preencoded.png">
            <a:extLst>
              <a:ext uri="{FF2B5EF4-FFF2-40B4-BE49-F238E27FC236}">
                <a16:creationId xmlns:a16="http://schemas.microsoft.com/office/drawing/2014/main" id="{62BD8C16-663C-4619-8029-80D9853120C8}"/>
              </a:ext>
            </a:extLst>
          </p:cNvPr>
          <p:cNvPicPr>
            <a:picLocks noChangeAspect="1"/>
          </p:cNvPicPr>
          <p:nvPr userDrawn="1"/>
        </p:nvPicPr>
        <p:blipFill>
          <a:blip r:embed="rId101">
            <a:extLst>
              <a:ext uri="{96DAC541-7B7A-43D3-8B79-37D633B846F1}">
                <asvg:svgBlip xmlns:asvg="http://schemas.microsoft.com/office/drawing/2016/SVG/main" r:embed="rId102"/>
              </a:ext>
            </a:extLst>
          </a:blip>
          <a:stretch>
            <a:fillRect/>
          </a:stretch>
        </p:blipFill>
        <p:spPr>
          <a:xfrm>
            <a:off x="11735825" y="3551020"/>
            <a:ext cx="279964" cy="373298"/>
          </a:xfrm>
          <a:prstGeom prst="rect">
            <a:avLst/>
          </a:prstGeom>
        </p:spPr>
      </p:pic>
      <p:pic>
        <p:nvPicPr>
          <p:cNvPr id="125" name="Image 98" descr="preencoded.png">
            <a:extLst>
              <a:ext uri="{FF2B5EF4-FFF2-40B4-BE49-F238E27FC236}">
                <a16:creationId xmlns:a16="http://schemas.microsoft.com/office/drawing/2014/main" id="{A0AD674D-0D91-4919-9DDE-F56F98D518B3}"/>
              </a:ext>
            </a:extLst>
          </p:cNvPr>
          <p:cNvPicPr>
            <a:picLocks noChangeAspect="1"/>
          </p:cNvPicPr>
          <p:nvPr userDrawn="1"/>
        </p:nvPicPr>
        <p:blipFill>
          <a:blip r:embed="rId103">
            <a:extLst>
              <a:ext uri="{96DAC541-7B7A-43D3-8B79-37D633B846F1}">
                <asvg:svgBlip xmlns:asvg="http://schemas.microsoft.com/office/drawing/2016/SVG/main" r:embed="rId104"/>
              </a:ext>
            </a:extLst>
          </a:blip>
          <a:stretch>
            <a:fillRect/>
          </a:stretch>
        </p:blipFill>
        <p:spPr>
          <a:xfrm>
            <a:off x="11735825" y="6208495"/>
            <a:ext cx="279964" cy="373298"/>
          </a:xfrm>
          <a:prstGeom prst="rect">
            <a:avLst/>
          </a:prstGeom>
        </p:spPr>
      </p:pic>
      <p:sp>
        <p:nvSpPr>
          <p:cNvPr id="129" name="Text 0">
            <a:extLst>
              <a:ext uri="{FF2B5EF4-FFF2-40B4-BE49-F238E27FC236}">
                <a16:creationId xmlns:a16="http://schemas.microsoft.com/office/drawing/2014/main" id="{4E16FA4D-DA1F-412E-8013-AD764FF7853D}"/>
              </a:ext>
            </a:extLst>
          </p:cNvPr>
          <p:cNvSpPr/>
          <p:nvPr userDrawn="1"/>
        </p:nvSpPr>
        <p:spPr>
          <a:xfrm>
            <a:off x="700087" y="885825"/>
            <a:ext cx="10158413" cy="609600"/>
          </a:xfrm>
          <a:prstGeom prst="rect">
            <a:avLst/>
          </a:prstGeom>
          <a:noFill/>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3600"/>
              </a:lnSpc>
              <a:buNone/>
            </a:pPr>
            <a:r>
              <a:rPr lang="en-US" sz="2531" b="1">
                <a:solidFill>
                  <a:srgbClr val="0A6F75"/>
                </a:solidFill>
                <a:latin typeface="Century Gothic" panose="020b0502020202020204" pitchFamily="34" charset="0"/>
                <a:ea typeface="Poppins SemiBold" pitchFamily="34" charset="-122"/>
                <a:cs typeface="Poppins SemiBold" pitchFamily="34" charset="-120"/>
              </a:rPr>
              <a:t>Icons</a:t>
            </a:r>
            <a:endParaRPr lang="en-US" sz="2531" b="1">
              <a:latin typeface="Century Gothic" panose="020b0502020202020204" pitchFamily="34" charset="0"/>
            </a:endParaRPr>
          </a:p>
        </p:txBody>
      </p:sp>
      <p:sp>
        <p:nvSpPr>
          <p:cNvPr id="130" name="Footer Placeholder" title=""/>
          <p:cNvSpPr txBox="1">
            <a:spLocks noGrp="1"/>
          </p:cNvSpPr>
          <p:nvPr>
            <p:ph type="ftr" sz="quarter" idx="3"/>
          </p:nvPr>
        </p:nvSpPr>
        <p:spPr/>
        <p:txBody>
          <a:bodyPr vert="horz" lIns="91440" tIns="45720" rIns="91440" bIns="45720" rtlCol="0" anchor="ctr"/>
          <a:lstStyle>
            <a:lvl1pPr algn="ctr">
              <a:defRPr sz="1200">
                <a:solidFill>
                  <a:schemeClr val="tx1">
                    <a:tint val="75000"/>
                  </a:schemeClr>
                </a:solidFill>
              </a:defRPr>
            </a:lvl1pPr>
          </a:lstStyle>
          <a:p>
            <a:r>
              <a:rPr lang="en-US"/>
              <a:t>Confidential - Customer Success Analysis</a:t>
            </a:r>
          </a:p>
        </p:txBody>
      </p:sp>
    </p:spTree>
    <p:extLst>
      <p:ext uri="{BB962C8B-B14F-4D97-AF65-F5344CB8AC3E}">
        <p14:creationId val="1010181959"/>
      </p:ext>
    </p:extLst>
  </p:cSld>
  <p:clrMapOvr>
    <a:masterClrMapping/>
  </p:clrMapOvr>
  <p:transition/>
  <p:timing/>
</p:sldLayout>
</file>

<file path=ppt/slideLayouts/slideLayout25.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obj" preserve="1">
  <p:cSld name="Title and Content">
    <p:spTree>
      <p:nvGrpSpPr>
        <p:cNvPr id="1" name=""/>
        <p:cNvGrpSpPr/>
        <p:nvPr/>
      </p:nvGrpSpPr>
      <p:grpSpPr>
        <a:xfrm>
          <a:off x="0" y="0"/>
          <a:ext cx="0" cy="0"/>
        </a:xfrm>
      </p:grpSpPr>
      <p:sp>
        <p:nvSpPr>
          <p:cNvPr id="2" name="Title 1">
            <a:extLst>
              <a:ext uri="{FF2B5EF4-FFF2-40B4-BE49-F238E27FC236}">
                <a16:creationId xmlns:a16="http://schemas.microsoft.com/office/drawing/2014/main" id="{8567B17E-B3A5-A3F9-5073-9A7EE13D326B}"/>
              </a:ext>
            </a:extLst>
          </p:cNvPr>
          <p:cNvSpPr>
            <a:spLocks noGrp="1"/>
          </p:cNvSpPr>
          <p:nvPr>
            <p:ph type="title"/>
          </p:nvPr>
        </p:nvSpPr>
        <p:spPr>
          <a:xfrm>
            <a:off x="942975" y="547689"/>
            <a:ext cx="11830050" cy="1989137"/>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397E16FA-0BBF-6E85-D842-7728574BB6F5}"/>
              </a:ext>
            </a:extLst>
          </p:cNvPr>
          <p:cNvSpPr>
            <a:spLocks noGrp="1"/>
          </p:cNvSpPr>
          <p:nvPr>
            <p:ph idx="1"/>
          </p:nvPr>
        </p:nvSpPr>
        <p:spPr>
          <a:xfrm>
            <a:off x="942975" y="2738438"/>
            <a:ext cx="11830050" cy="65278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title=""/>
          <p:cNvSpPr>
            <a:spLocks noGrp="1"/>
          </p:cNvSpPr>
          <p:nvPr>
            <p:ph type="sldNum" sz="quarter" idx="4"/>
          </p:nvPr>
        </p:nvSpPr>
        <p:spPr/>
        <p:txBody>
          <a:bodyPr vert="horz" lIns="91440" tIns="45720" rIns="91440" bIns="45720" rtlCol="0" anchor="ctr"/>
          <a:lstStyle>
            <a:lvl1pPr algn="r">
              <a:defRPr sz="1200">
                <a:solidFill>
                  <a:schemeClr val="tx1">
                    <a:tint val="75000"/>
                  </a:schemeClr>
                </a:solidFill>
              </a:defRPr>
            </a:lvl1pPr>
          </a:lstStyle>
          <a:p>
            <a:fld id="{4AE1BF31-06E7-4032-B0C3-79FD2E52D931}" type="slidenum">
              <a:rPr lang="en-US" smtClean="0"/>
              <a:t>‹#›</a:t>
            </a:fld>
            <a:endParaRPr lang="en-US"/>
          </a:p>
        </p:txBody>
      </p:sp>
      <p:sp>
        <p:nvSpPr>
          <p:cNvPr id="5" name="Footer Placeholder" title=""/>
          <p:cNvSpPr txBox="1">
            <a:spLocks noGrp="1"/>
          </p:cNvSpPr>
          <p:nvPr>
            <p:ph type="ftr" sz="quarter" idx="3"/>
          </p:nvPr>
        </p:nvSpPr>
        <p:spPr/>
        <p:txBody>
          <a:bodyPr vert="horz" lIns="91440" tIns="45720" rIns="91440" bIns="45720" rtlCol="0" anchor="ctr"/>
          <a:lstStyle>
            <a:lvl1pPr algn="ctr">
              <a:defRPr sz="1200">
                <a:solidFill>
                  <a:schemeClr val="tx1">
                    <a:tint val="75000"/>
                  </a:schemeClr>
                </a:solidFill>
              </a:defRPr>
            </a:lvl1pPr>
          </a:lstStyle>
          <a:p>
            <a:r>
              <a:rPr lang="en-US"/>
              <a:t>Confidential - Customer Success Analysis</a:t>
            </a:r>
          </a:p>
        </p:txBody>
      </p:sp>
    </p:spTree>
    <p:extLst>
      <p:ext uri="{BB962C8B-B14F-4D97-AF65-F5344CB8AC3E}">
        <p14:creationId val="2042094545"/>
      </p:ext>
    </p:extLst>
  </p:cSld>
  <p:clrMapOvr>
    <a:masterClrMapping/>
  </p:clrMapOvr>
  <p:transition/>
  <p:timing/>
</p:sldLayout>
</file>

<file path=ppt/slideMasters/_rels/slideMaster1.xml.rels>&#65279;<?xml version="1.0" encoding="utf-8" standalone="yes"?><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slideLayout" Target="../slideLayouts/slideLayout10.xml" /><Relationship Id="rId11" Type="http://schemas.openxmlformats.org/officeDocument/2006/relationships/slideLayout" Target="../slideLayouts/slideLayout11.xml" /><Relationship Id="rId12" Type="http://schemas.openxmlformats.org/officeDocument/2006/relationships/theme" Target="../theme/theme1.xml" /><Relationship Id="rId2" Type="http://schemas.openxmlformats.org/officeDocument/2006/relationships/slideLayout" Target="../slideLayouts/slideLayout2.xml" /><Relationship Id="rId3" Type="http://schemas.openxmlformats.org/officeDocument/2006/relationships/slideLayout" Target="../slideLayouts/slideLayout3.xml" /><Relationship Id="rId4" Type="http://schemas.openxmlformats.org/officeDocument/2006/relationships/slideLayout" Target="../slideLayouts/slideLayout4.xml" /><Relationship Id="rId5" Type="http://schemas.openxmlformats.org/officeDocument/2006/relationships/slideLayout" Target="../slideLayouts/slideLayout5.xml" /><Relationship Id="rId6" Type="http://schemas.openxmlformats.org/officeDocument/2006/relationships/slideLayout" Target="../slideLayouts/slideLayout6.xml" /><Relationship Id="rId7" Type="http://schemas.openxmlformats.org/officeDocument/2006/relationships/slideLayout" Target="../slideLayouts/slideLayout7.xml" /><Relationship Id="rId8" Type="http://schemas.openxmlformats.org/officeDocument/2006/relationships/slideLayout" Target="../slideLayouts/slideLayout8.xml" /><Relationship Id="rId9" Type="http://schemas.openxmlformats.org/officeDocument/2006/relationships/slideLayout" Target="../slideLayouts/slideLayout9.xml" /></Relationships>
</file>

<file path=ppt/slideMasters/_rels/slideMaster2.xml.rels>&#65279;<?xml version="1.0" encoding="utf-8" standalone="yes"?><Relationships xmlns="http://schemas.openxmlformats.org/package/2006/relationships"><Relationship Id="rId1" Type="http://schemas.openxmlformats.org/officeDocument/2006/relationships/slideLayout" Target="../slideLayouts/slideLayout12.xml" /><Relationship Id="rId10" Type="http://schemas.openxmlformats.org/officeDocument/2006/relationships/slideLayout" Target="../slideLayouts/slideLayout21.xml" /><Relationship Id="rId11" Type="http://schemas.openxmlformats.org/officeDocument/2006/relationships/slideLayout" Target="../slideLayouts/slideLayout22.xml" /><Relationship Id="rId12" Type="http://schemas.openxmlformats.org/officeDocument/2006/relationships/slideLayout" Target="../slideLayouts/slideLayout23.xml" /><Relationship Id="rId13" Type="http://schemas.openxmlformats.org/officeDocument/2006/relationships/slideLayout" Target="../slideLayouts/slideLayout24.xml" /><Relationship Id="rId14" Type="http://schemas.openxmlformats.org/officeDocument/2006/relationships/slideLayout" Target="../slideLayouts/slideLayout25.xml" /><Relationship Id="rId15" Type="http://schemas.openxmlformats.org/officeDocument/2006/relationships/tags" Target="../tags/tag15.xml" /><Relationship Id="rId16" Type="http://schemas.openxmlformats.org/officeDocument/2006/relationships/oleObject" Target="../embeddings/oleObject1.bin" TargetMode="Internal" /><Relationship Id="rId17" Type="http://schemas.openxmlformats.org/officeDocument/2006/relationships/image" Target="../media/image1.emf" /><Relationship Id="rId18" Type="http://schemas.openxmlformats.org/officeDocument/2006/relationships/vmlDrawing" Target="../drawings/vmlDrawing13.vml" /><Relationship Id="rId19" Type="http://schemas.openxmlformats.org/officeDocument/2006/relationships/theme" Target="../theme/theme2.xml" /><Relationship Id="rId2" Type="http://schemas.openxmlformats.org/officeDocument/2006/relationships/slideLayout" Target="../slideLayouts/slideLayout13.xml" /><Relationship Id="rId3" Type="http://schemas.openxmlformats.org/officeDocument/2006/relationships/slideLayout" Target="../slideLayouts/slideLayout14.xml" /><Relationship Id="rId4" Type="http://schemas.openxmlformats.org/officeDocument/2006/relationships/slideLayout" Target="../slideLayouts/slideLayout15.xml" /><Relationship Id="rId5" Type="http://schemas.openxmlformats.org/officeDocument/2006/relationships/slideLayout" Target="../slideLayouts/slideLayout16.xml" /><Relationship Id="rId6" Type="http://schemas.openxmlformats.org/officeDocument/2006/relationships/slideLayout" Target="../slideLayouts/slideLayout17.xml" /><Relationship Id="rId7" Type="http://schemas.openxmlformats.org/officeDocument/2006/relationships/slideLayout" Target="../slideLayouts/slideLayout18.xml" /><Relationship Id="rId8" Type="http://schemas.openxmlformats.org/officeDocument/2006/relationships/slideLayout" Target="../slideLayouts/slideLayout19.xml" /><Relationship Id="rId9" Type="http://schemas.openxmlformats.org/officeDocument/2006/relationships/slideLayout" Target="../slideLayouts/slideLayout20.xml" /></Relationships>
</file>

<file path=ppt/slideMasters/slideMaster1.xml><?xml version="1.0" encoding="utf-8"?>
<p:sldMaster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p:bg>
      <p:bgRef idx="1001">
        <a:schemeClr val="bg1"/>
      </p:bgRef>
    </p:bg>
    <p:spTree>
      <p:nvGrpSpPr>
        <p:cNvPr id="1" name="" title=""/>
        <p:cNvGrpSpPr/>
        <p:nvPr/>
      </p:nvGrpSpPr>
      <p:grpSpPr>
        <a:xfrm>
          <a:off x="0" y="0"/>
          <a:ext cx="0" cy="0"/>
        </a:xfrm>
      </p:grpSpPr>
      <p:sp>
        <p:nvSpPr>
          <p:cNvPr id="2" name="Title Placeholder 1" title=""/>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title=""/>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title=""/>
          <p:cNvSpPr>
            <a:spLocks noGrp="1"/>
          </p:cNvSpPr>
          <p:nvPr>
            <p:ph type="dt" sz="half" idx="2"/>
          </p:nvPr>
        </p:nvSpPr>
        <p:spPr>
          <a:xfrm>
            <a:off x="457200" y="9794875"/>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8FD0B7A-F5DD-4F40-B4CB-3B2C354B893A}" type="datetimeFigureOut">
              <a:rPr lang="en-US" smtClean="0"/>
              <a:t>11/7/2009</a:t>
            </a:fld>
            <a:endParaRPr lang="en-US"/>
          </a:p>
        </p:txBody>
      </p:sp>
      <p:sp>
        <p:nvSpPr>
          <p:cNvPr id="5" name="Footer Placeholder 4" title=""/>
          <p:cNvSpPr txBox="1">
            <a:spLocks noGrp="1"/>
          </p:cNvSpPr>
          <p:nvPr>
            <p:ph type="ftr" sz="quarter" idx="3"/>
          </p:nvPr>
        </p:nvSpPr>
        <p:spPr>
          <a:xfrm>
            <a:off x="5410200" y="9794875"/>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Confidential - Customer Success Analysis</a:t>
            </a:r>
          </a:p>
        </p:txBody>
      </p:sp>
      <p:sp>
        <p:nvSpPr>
          <p:cNvPr id="6" name="Slide Number Placeholder 5" title=""/>
          <p:cNvSpPr>
            <a:spLocks noGrp="1"/>
          </p:cNvSpPr>
          <p:nvPr>
            <p:ph type="sldNum" sz="quarter" idx="4"/>
          </p:nvPr>
        </p:nvSpPr>
        <p:spPr>
          <a:xfrm>
            <a:off x="11125200" y="9794875"/>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3AE1883-0942-4AA3-9DB2-9C7C3A0314B1}"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timing/>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p:bg>
      <p:bgRef idx="1001">
        <a:schemeClr val="bg1"/>
      </p:bgRef>
    </p:bg>
    <p:spTree>
      <p:nvGrpSpPr>
        <p:cNvPr id="1" name=""/>
        <p:cNvGrpSpPr/>
        <p:nvPr/>
      </p:nvGrpSpPr>
      <p:grpSpPr>
        <a:xfrm>
          <a:off x="0" y="0"/>
          <a:ext cx="0" cy="0"/>
        </a:xfrm>
      </p:grpSpPr>
      <p:graphicFrame>
        <p:nvGraphicFramePr>
          <p:cNvPr id="2" name="think-cell data - do not delete" hidden="1">
            <a:extLst>
              <a:ext uri="{FF2B5EF4-FFF2-40B4-BE49-F238E27FC236}">
                <a16:creationId xmlns:a16="http://schemas.microsoft.com/office/drawing/2014/main" id="{73BE6FB6-8086-9E6B-0D5B-E63CF0F98EC5}"/>
              </a:ext>
            </a:extLst>
          </p:cNvPr>
          <p:cNvGraphicFramePr>
            <a:graphicFrameLocks noChangeAspect="1"/>
          </p:cNvGraphicFramePr>
          <p:nvPr userDrawn="1">
            <p:custDataLst>
              <p:tags r:id="rId15"/>
            </p:custDataLst>
            <p:extLst>
              <p:ext uri="{D42A27DB-BD31-4B8C-83A1-F6EECF244321}">
                <p14:modId val="2149929528"/>
              </p:ext>
            </p:extLst>
          </p:nvPr>
        </p:nvGraphicFramePr>
        <p:xfrm>
          <a:off x="1191" y="1588"/>
          <a:ext cx="1191" cy="1588"/>
        </p:xfrm>
        <a:graphic>
          <a:graphicData uri="http://schemas.openxmlformats.org/presentationml/2006/ole">
            <mc:AlternateContent>
              <mc:Choice xmlns:v="urn:schemas-microsoft-com:vml" Requires="v">
                <p:oleObj spid="_x0000_s1050" name="think-cell Slide" r:id="rId16" imgW="484" imgH="486" progId="TCLayout.ActiveDocument.1">
                  <p:embed/>
                </p:oleObj>
              </mc:Choice>
              <mc:Fallback>
                <p:oleObj name="think-cell Slide" r:id="rId16" imgW="484" imgH="486" progId="TCLayout.ActiveDocument.1">
                  <p:embed/>
                  <p:pic>
                    <p:nvPicPr>
                      <p:cNvPr id="0" name="OLE substitute image"/>
                      <p:cNvPicPr/>
                      <p:nvPr/>
                    </p:nvPicPr>
                    <p:blipFill>
                      <a:blip r:embed="rId17"/>
                      <a:stretch>
                        <a:fillRect/>
                      </a:stretch>
                    </p:blipFill>
                    <p:spPr>
                      <a:xfrm>
                        <a:off x="1191" y="1588"/>
                        <a:ext cx="1191" cy="1588"/>
                      </a:xfrm>
                      <a:prstGeom prst="rect">
                        <a:avLst/>
                      </a:prstGeom>
                    </p:spPr>
                  </p:pic>
                </p:oleObj>
              </mc:Fallback>
            </mc:AlternateContent>
          </a:graphicData>
        </a:graphic>
      </p:graphicFrame>
      <p:sp>
        <p:nvSpPr>
          <p:cNvPr id="3" name="Slide Number Placeholder" title=""/>
          <p:cNvSpPr>
            <a:spLocks noGrp="1"/>
          </p:cNvSpPr>
          <p:nvPr>
            <p:ph type="sldNum" sz="quarter" idx="4"/>
          </p:nvPr>
        </p:nvSpPr>
        <p:spPr>
          <a:xfrm>
            <a:off x="11125200" y="9794875"/>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3AE1883-0942-4AA3-9DB2-9C7C3A0314B1}" type="slidenum">
              <a:rPr lang="en-US" smtClean="0"/>
              <a:t>‹#›</a:t>
            </a:fld>
            <a:endParaRPr lang="en-US"/>
          </a:p>
        </p:txBody>
      </p:sp>
      <p:sp>
        <p:nvSpPr>
          <p:cNvPr id="4" name="Footer Placeholder" title=""/>
          <p:cNvSpPr txBox="1">
            <a:spLocks noGrp="1"/>
          </p:cNvSpPr>
          <p:nvPr>
            <p:ph type="ftr" sz="quarter" idx="3"/>
          </p:nvPr>
        </p:nvSpPr>
        <p:spPr>
          <a:xfrm>
            <a:off x="5410200" y="9794875"/>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Confidential - Customer Success Analysis</a:t>
            </a:r>
          </a:p>
        </p:txBody>
      </p:sp>
    </p:spTree>
  </p:cSld>
  <p:clrMap bg1="lt1" tx1="dk1" bg2="lt2" tx2="dk2" accent1="accent1" accent2="accent2" accent3="accent3" accent4="accent4" accent5="accent5" accent6="accent6" hlink="hlink" folHlink="folHlink"/>
  <p:sldLayoutIdLst>
    <p:sldLayoutId id="2147483660" r:id="rId1"/>
    <p:sldLayoutId id="2147483661" r:id="rId2"/>
    <p:sldLayoutId id="2147483664" r:id="rId3"/>
    <p:sldLayoutId id="2147483665" r:id="rId4"/>
    <p:sldLayoutId id="2147483666" r:id="rId5"/>
    <p:sldLayoutId id="2147483668" r:id="rId6"/>
    <p:sldLayoutId id="2147483669" r:id="rId7"/>
    <p:sldLayoutId id="2147483677" r:id="rId8"/>
    <p:sldLayoutId id="2147483678" r:id="rId9"/>
    <p:sldLayoutId id="2147483679" r:id="rId10"/>
    <p:sldLayoutId id="2147483680" r:id="rId11"/>
    <p:sldLayoutId id="2147483681" r:id="rId12"/>
    <p:sldLayoutId id="2147483682" r:id="rId13"/>
    <p:sldLayoutId id="2147483683" r:id="rId14"/>
  </p:sldLayoutIdLst>
  <p:transition/>
  <p:timing/>
  <p:hf hdr="0" ftr="0" dt="0"/>
  <p:txStyles>
    <p:titleStyle>
      <a:lvl1pPr algn="ctr" defTabSz="685800" rtl="0" eaLnBrk="1" latinLnBrk="0" hangingPunct="1">
        <a:spcBef>
          <a:spcPct val="0"/>
        </a:spcBef>
        <a:buNone/>
        <a:defRPr sz="3300" kern="1200">
          <a:solidFill>
            <a:schemeClr val="tx1"/>
          </a:solidFill>
          <a:latin typeface="+mj-lt"/>
          <a:ea typeface="+mj-ea"/>
          <a:cs typeface="+mj-cs"/>
        </a:defRPr>
      </a:lvl1pPr>
    </p:titleStyle>
    <p:bodyStyle>
      <a:lvl1pPr marL="257175" indent="-257175" algn="l" defTabSz="6858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557213" indent="-214313" algn="l" defTabSz="685800" rtl="0" eaLnBrk="1" latinLnBrk="0" hangingPunct="1">
        <a:spcBef>
          <a:spcPct val="20000"/>
        </a:spcBef>
        <a:buFont typeface="Arial"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&#65279;<?xml version="1.0" encoding="utf-8" standalone="yes"?><Relationships xmlns="http://schemas.openxmlformats.org/package/2006/relationships"><Relationship Id="rId1" Type="http://schemas.openxmlformats.org/officeDocument/2006/relationships/slideLayout" Target="../slideLayouts/slideLayout15.xml" /><Relationship Id="rId2" Type="http://schemas.openxmlformats.org/officeDocument/2006/relationships/tags" Target="../tags/tag16.xml" /><Relationship Id="rId3" Type="http://schemas.openxmlformats.org/officeDocument/2006/relationships/oleObject" Target="../embeddings/oleObject15.bin" TargetMode="Internal" /><Relationship Id="rId4" Type="http://schemas.openxmlformats.org/officeDocument/2006/relationships/image" Target="../media/image214.emf" /><Relationship Id="rId5" Type="http://schemas.openxmlformats.org/officeDocument/2006/relationships/vmlDrawing" Target="../drawings/vmlDrawing14.vml" /></Relationships>
</file>

<file path=ppt/slides/_rels/slide2.xml.rels>&#65279;<?xml version="1.0" encoding="utf-8" standalone="yes"?><Relationships xmlns="http://schemas.openxmlformats.org/package/2006/relationships"><Relationship Id="rId1" Type="http://schemas.openxmlformats.org/officeDocument/2006/relationships/slideLayout" Target="../slideLayouts/slideLayout15.xml" /><Relationship Id="rId2" Type="http://schemas.openxmlformats.org/officeDocument/2006/relationships/tags" Target="../tags/tag17.xml" /><Relationship Id="rId3" Type="http://schemas.openxmlformats.org/officeDocument/2006/relationships/oleObject" Target="../embeddings/oleObject14.bin" TargetMode="Internal" /><Relationship Id="rId4" Type="http://schemas.openxmlformats.org/officeDocument/2006/relationships/image" Target="../media/image214.emf" /><Relationship Id="rId5" Type="http://schemas.openxmlformats.org/officeDocument/2006/relationships/vmlDrawing" Target="../drawings/vmlDrawing15.vml" /></Relationships>
</file>

<file path=ppt/slides/_rels/slide3.xml.rels>&#65279;<?xml version="1.0" encoding="utf-8" standalone="yes"?><Relationships xmlns="http://schemas.openxmlformats.org/package/2006/relationships"><Relationship Id="rId1" Type="http://schemas.openxmlformats.org/officeDocument/2006/relationships/slideLayout" Target="../slideLayouts/slideLayout15.xml" /><Relationship Id="rId2" Type="http://schemas.openxmlformats.org/officeDocument/2006/relationships/tags" Target="../tags/tag18.xml" /><Relationship Id="rId3" Type="http://schemas.openxmlformats.org/officeDocument/2006/relationships/oleObject" Target="../embeddings/oleObject16.bin" TargetMode="Internal" /><Relationship Id="rId4" Type="http://schemas.openxmlformats.org/officeDocument/2006/relationships/image" Target="../media/image214.emf" /><Relationship Id="rId5" Type="http://schemas.openxmlformats.org/officeDocument/2006/relationships/vmlDrawing" Target="../drawings/vmlDrawing16.vml" /></Relationships>
</file>

<file path=ppt/slides/_rels/slide4.xml.rels>&#65279;<?xml version="1.0" encoding="utf-8" standalone="yes"?><Relationships xmlns="http://schemas.openxmlformats.org/package/2006/relationships"><Relationship Id="rId1" Type="http://schemas.openxmlformats.org/officeDocument/2006/relationships/slideLayout" Target="../slideLayouts/slideLayout15.xml" /><Relationship Id="rId2" Type="http://schemas.openxmlformats.org/officeDocument/2006/relationships/tags" Target="../tags/tag19.xml" /><Relationship Id="rId3" Type="http://schemas.openxmlformats.org/officeDocument/2006/relationships/oleObject" Target="../embeddings/oleObject17.bin" TargetMode="Internal" /><Relationship Id="rId4" Type="http://schemas.openxmlformats.org/officeDocument/2006/relationships/image" Target="../media/image214.emf" /><Relationship Id="rId5" Type="http://schemas.openxmlformats.org/officeDocument/2006/relationships/vmlDrawing" Target="../drawings/vmlDrawing17.vml" /></Relationships>
</file>

<file path=ppt/slides/_rels/slide5.xml.rels>&#65279;<?xml version="1.0" encoding="utf-8" standalone="yes"?><Relationships xmlns="http://schemas.openxmlformats.org/package/2006/relationships"><Relationship Id="rId1" Type="http://schemas.openxmlformats.org/officeDocument/2006/relationships/slideLayout" Target="../slideLayouts/slideLayout15.xml" /><Relationship Id="rId10" Type="http://schemas.openxmlformats.org/officeDocument/2006/relationships/image" Target="../media/image220.png" /><Relationship Id="rId11" Type="http://schemas.openxmlformats.org/officeDocument/2006/relationships/image" Target="../media/image221.png" /><Relationship Id="rId12" Type="http://schemas.openxmlformats.org/officeDocument/2006/relationships/image" Target="../media/image222.png" /><Relationship Id="rId13" Type="http://schemas.openxmlformats.org/officeDocument/2006/relationships/image" Target="../media/image223.png" /><Relationship Id="rId14" Type="http://schemas.openxmlformats.org/officeDocument/2006/relationships/image" Target="../media/image224.png" /><Relationship Id="rId15" Type="http://schemas.openxmlformats.org/officeDocument/2006/relationships/image" Target="../media/image225.png" /><Relationship Id="rId16" Type="http://schemas.openxmlformats.org/officeDocument/2006/relationships/image" Target="../media/image226.png" /><Relationship Id="rId17" Type="http://schemas.openxmlformats.org/officeDocument/2006/relationships/image" Target="../media/image227.png" /><Relationship Id="rId18" Type="http://schemas.openxmlformats.org/officeDocument/2006/relationships/image" Target="../media/image228.png" /><Relationship Id="rId19" Type="http://schemas.openxmlformats.org/officeDocument/2006/relationships/image" Target="../media/image229.png" /><Relationship Id="rId2" Type="http://schemas.openxmlformats.org/officeDocument/2006/relationships/tags" Target="../tags/tag20.xml" /><Relationship Id="rId20" Type="http://schemas.openxmlformats.org/officeDocument/2006/relationships/image" Target="../media/image230.png" /><Relationship Id="rId21" Type="http://schemas.openxmlformats.org/officeDocument/2006/relationships/image" Target="../media/image231.png" /><Relationship Id="rId22" Type="http://schemas.openxmlformats.org/officeDocument/2006/relationships/image" Target="../media/image232.png" /><Relationship Id="rId23" Type="http://schemas.openxmlformats.org/officeDocument/2006/relationships/vmlDrawing" Target="../drawings/vmlDrawing18.vml" /><Relationship Id="rId3" Type="http://schemas.openxmlformats.org/officeDocument/2006/relationships/oleObject" Target="../embeddings/oleObject18.bin" TargetMode="Internal" /><Relationship Id="rId4" Type="http://schemas.openxmlformats.org/officeDocument/2006/relationships/image" Target="../media/image214.emf" /><Relationship Id="rId5" Type="http://schemas.openxmlformats.org/officeDocument/2006/relationships/image" Target="../media/image215.png" /><Relationship Id="rId6" Type="http://schemas.openxmlformats.org/officeDocument/2006/relationships/image" Target="../media/image216.png" /><Relationship Id="rId7" Type="http://schemas.openxmlformats.org/officeDocument/2006/relationships/image" Target="../media/image217.png" /><Relationship Id="rId8" Type="http://schemas.openxmlformats.org/officeDocument/2006/relationships/image" Target="../media/image218.png" /><Relationship Id="rId9" Type="http://schemas.openxmlformats.org/officeDocument/2006/relationships/image" Target="../media/image219.png" /></Relationships>
</file>

<file path=ppt/slides/_rels/slide6.xml.rels>&#65279;<?xml version="1.0" encoding="utf-8" standalone="yes"?><Relationships xmlns="http://schemas.openxmlformats.org/package/2006/relationships"><Relationship Id="rId1" Type="http://schemas.openxmlformats.org/officeDocument/2006/relationships/slideLayout" Target="../slideLayouts/slideLayout15.xml" /><Relationship Id="rId2" Type="http://schemas.openxmlformats.org/officeDocument/2006/relationships/chart" Target="../charts/chart1.xml" /></Relationships>
</file>

<file path=ppt/slides/_rels/slide7.xml.rels>&#65279;<?xml version="1.0" encoding="utf-8" standalone="yes"?><Relationships xmlns="http://schemas.openxmlformats.org/package/2006/relationships"><Relationship Id="rId1" Type="http://schemas.openxmlformats.org/officeDocument/2006/relationships/slideLayout" Target="../slideLayouts/slideLayout15.xml" /><Relationship Id="rId2" Type="http://schemas.openxmlformats.org/officeDocument/2006/relationships/chart" Target="../charts/chart2.xml" /></Relationships>
</file>

<file path=ppt/slides/slide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a:extLst>
            <a:ext uri="{FF2B5EF4-FFF2-40B4-BE49-F238E27FC236}">
              <a16:creationId xmlns:a16="http://schemas.microsoft.com/office/drawing/2014/main" id="{9E37A1B6-898E-8FFE-F3DF-2D9A8807F425}"/>
            </a:ext>
          </a:extLst>
        </p:cNvPr>
        <p:cNvGrpSpPr/>
        <p:nvPr/>
      </p:nvGrpSpPr>
      <p:grpSpPr>
        <a:xfrm>
          <a:off x="0" y="0"/>
          <a:ext cx="0" cy="0"/>
        </a:xfrm>
      </p:grpSpPr>
      <p:graphicFrame>
        <p:nvGraphicFramePr>
          <p:cNvPr id="7" name="think-cell data - do not delete" hidden="1">
            <a:extLst>
              <a:ext uri="{FF2B5EF4-FFF2-40B4-BE49-F238E27FC236}">
                <a16:creationId xmlns:a16="http://schemas.microsoft.com/office/drawing/2014/main" id="{90841A0F-5979-80CD-8129-5AA5E54CD40D}"/>
              </a:ext>
            </a:extLst>
          </p:cNvPr>
          <p:cNvGraphicFramePr>
            <a:graphicFrameLocks noChangeAspect="1"/>
          </p:cNvGraphicFramePr>
          <p:nvPr>
            <p:custDataLst>
              <p:tags r:id="rId2"/>
            </p:custDataLst>
            <p:extLst>
              <p:ext uri="{D42A27DB-BD31-4B8C-83A1-F6EECF244321}">
                <p14:modId val="1855072404"/>
              </p:ext>
            </p:extLst>
          </p:nvPr>
        </p:nvGraphicFramePr>
        <p:xfrm>
          <a:off x="1192" y="1287066"/>
          <a:ext cx="920" cy="1191"/>
        </p:xfrm>
        <a:graphic>
          <a:graphicData uri="http://schemas.openxmlformats.org/presentationml/2006/ole">
            <mc:AlternateContent>
              <mc:Choice xmlns:v="urn:schemas-microsoft-com:vml" Requires="v">
                <p:oleObj spid="_x0000_s1051" name="think-cell Slide" r:id="rId3" imgW="7772400" imgH="10058400" progId="TCLayout.ActiveDocument.1">
                  <p:embed/>
                </p:oleObj>
              </mc:Choice>
              <mc:Fallback>
                <p:oleObj name="think-cell Slide" r:id="rId3" imgW="7772400" imgH="10058400" progId="TCLayout.ActiveDocument.1">
                  <p:embed/>
                  <p:pic>
                    <p:nvPicPr>
                      <p:cNvPr id="0" name="OLE substitute image"/>
                      <p:cNvPicPr/>
                      <p:nvPr/>
                    </p:nvPicPr>
                    <p:blipFill>
                      <a:blip r:embed="rId4"/>
                      <a:stretch>
                        <a:fillRect/>
                      </a:stretch>
                    </p:blipFill>
                    <p:spPr>
                      <a:xfrm>
                        <a:off x="1192" y="1287066"/>
                        <a:ext cx="920" cy="1191"/>
                      </a:xfrm>
                      <a:prstGeom prst="rect">
                        <a:avLst/>
                      </a:prstGeom>
                    </p:spPr>
                  </p:pic>
                </p:oleObj>
              </mc:Fallback>
            </mc:AlternateContent>
          </a:graphicData>
        </a:graphic>
      </p:graphicFrame>
      <p:sp>
        <p:nvSpPr>
          <p:cNvPr id="2" name="Slide Number Placeholder 1">
            <a:extLst>
              <a:ext uri="{FF2B5EF4-FFF2-40B4-BE49-F238E27FC236}">
                <a16:creationId xmlns:a16="http://schemas.microsoft.com/office/drawing/2014/main" id="{7C2DBA41-6618-55E1-ED5C-D8E5B5EA06E8}"/>
              </a:ext>
            </a:extLst>
          </p:cNvPr>
          <p:cNvSpPr>
            <a:spLocks noGrp="1"/>
          </p:cNvSpPr>
          <p:nvPr>
            <p:ph type="sldNum" sz="quarter" idx="13"/>
          </p:nvPr>
        </p:nvSpPr>
        <p:spPr/>
        <p:txBody>
          <a:bodyPr/>
          <a:lstStyle/>
          <a:p>
            <a:fld id="{CC3D6C64-01FF-444E-AD84-E895EC95156E}" type="slidenum">
              <a:rPr lang="en-US" smtClean="0"/>
              <a:t>1</a:t>
            </a:fld>
            <a:endParaRPr lang="en-US"/>
          </a:p>
        </p:txBody>
      </p:sp>
      <p:sp>
        <p:nvSpPr>
          <p:cNvPr id="3" name="Title 2">
            <a:extLst>
              <a:ext uri="{FF2B5EF4-FFF2-40B4-BE49-F238E27FC236}">
                <a16:creationId xmlns:a16="http://schemas.microsoft.com/office/drawing/2014/main" id="{0927D291-7BB5-7C5A-1D32-7A8ABAB54AF7}"/>
              </a:ext>
            </a:extLst>
          </p:cNvPr>
          <p:cNvSpPr>
            <a:spLocks noGrp="1"/>
          </p:cNvSpPr>
          <p:nvPr>
            <p:ph type="title"/>
          </p:nvPr>
        </p:nvSpPr>
        <p:spPr/>
        <p:txBody>
          <a:bodyPr vert="horz"/>
          <a:lstStyle/>
          <a:p>
            <a:r>
              <a:rPr lang="en-US" sz="2531">
                <a:latin typeface="Century Gothic" panose="020f0302020204030204"/>
              </a:rPr>
              <a:t>Customer Health, Engagement, and Expansion Potential</a:t>
            </a:r>
            <a:endParaRPr lang="en-US"/>
          </a:p>
        </p:txBody>
      </p:sp>
      <p:graphicFrame>
        <p:nvGraphicFramePr>
          <p:cNvPr id="5" name="Table 4">
            <a:extLst>
              <a:ext uri="{FF2B5EF4-FFF2-40B4-BE49-F238E27FC236}">
                <a16:creationId xmlns:a16="http://schemas.microsoft.com/office/drawing/2014/main" id="{23541380-4A9C-EE33-B0E0-872E0395F2DE}"/>
              </a:ext>
            </a:extLst>
          </p:cNvPr>
          <p:cNvGraphicFramePr>
            <a:graphicFrameLocks noGrp="1"/>
          </p:cNvGraphicFramePr>
          <p:nvPr>
            <p:extLst>
              <p:ext uri="{D42A27DB-BD31-4B8C-83A1-F6EECF244321}">
                <p14:modId val="47572625"/>
              </p:ext>
            </p:extLst>
          </p:nvPr>
        </p:nvGraphicFramePr>
        <p:xfrm>
          <a:off x="617739" y="1422400"/>
          <a:ext cx="12364977" cy="7018020"/>
        </p:xfrm>
        <a:graphic>
          <a:graphicData uri="http://schemas.openxmlformats.org/drawingml/2006/table">
            <a:tbl>
              <a:tblPr>
                <a:tableStyleId>{5C22544A-7EE6-4342-B048-85BDC9FD1C3A}</a:tableStyleId>
              </a:tblPr>
              <a:tblGrid>
                <a:gridCol w="2886849">
                  <a:extLst>
                    <a:ext uri="{9D8B030D-6E8A-4147-A177-3AD203B41FA5}">
                      <a16:colId xmlns:a16="http://schemas.microsoft.com/office/drawing/2014/main" val="2304583127"/>
                    </a:ext>
                  </a:extLst>
                </a:gridCol>
                <a:gridCol w="1661084">
                  <a:extLst>
                    <a:ext uri="{9D8B030D-6E8A-4147-A177-3AD203B41FA5}">
                      <a16:colId xmlns:a16="http://schemas.microsoft.com/office/drawing/2014/main" val="1923328261"/>
                    </a:ext>
                  </a:extLst>
                </a:gridCol>
                <a:gridCol w="1516380">
                  <a:extLst>
                    <a:ext uri="{9D8B030D-6E8A-4147-A177-3AD203B41FA5}">
                      <a16:colId xmlns:a16="http://schemas.microsoft.com/office/drawing/2014/main" val="2395428578"/>
                    </a:ext>
                  </a:extLst>
                </a:gridCol>
                <a:gridCol w="3115965">
                  <a:extLst>
                    <a:ext uri="{9D8B030D-6E8A-4147-A177-3AD203B41FA5}">
                      <a16:colId xmlns:a16="http://schemas.microsoft.com/office/drawing/2014/main" val="1174110002"/>
                    </a:ext>
                  </a:extLst>
                </a:gridCol>
                <a:gridCol w="3184699">
                  <a:extLst>
                    <a:ext uri="{9D8B030D-6E8A-4147-A177-3AD203B41FA5}">
                      <a16:colId xmlns:a16="http://schemas.microsoft.com/office/drawing/2014/main" val="3862608622"/>
                    </a:ext>
                  </a:extLst>
                </a:gridCol>
              </a:tblGrid>
              <a:tr h="495300">
                <a:tc>
                  <a:txBody>
                    <a:bodyPr vert="horz" wrap="square"/>
                    <a:lstStyle/>
                    <a:p>
                      <a:pPr algn="ctr"/>
                      <a:r>
                        <a:rPr sz="1200" b="1" i="0">
                          <a:solidFill>
                            <a:srgbClr val="FFFFFF"/>
                          </a:solidFill>
                          <a:latin typeface="Century Gothic"/>
                        </a:rPr>
                        <a:t>Customer</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2">
                        <a:lumMod val="60000"/>
                        <a:lumOff val="40000"/>
                      </a:schemeClr>
                    </a:solidFill>
                  </a:tcPr>
                </a:tc>
                <a:tc>
                  <a:txBody>
                    <a:bodyPr vert="horz" wrap="square"/>
                    <a:lstStyle/>
                    <a:p>
                      <a:pPr algn="ctr"/>
                      <a:r>
                        <a:rPr sz="1200" b="1" i="0">
                          <a:solidFill>
                            <a:srgbClr val="FFFFFF"/>
                          </a:solidFill>
                          <a:latin typeface="Century Gothic"/>
                        </a:rPr>
                        <a:t>Health Score</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2">
                        <a:lumMod val="60000"/>
                        <a:lumOff val="40000"/>
                      </a:schemeClr>
                    </a:solidFill>
                  </a:tcPr>
                </a:tc>
                <a:tc>
                  <a:txBody>
                    <a:bodyPr vert="horz" wrap="square"/>
                    <a:lstStyle/>
                    <a:p>
                      <a:pPr algn="ctr"/>
                      <a:r>
                        <a:rPr sz="1200" b="1" i="0">
                          <a:solidFill>
                            <a:srgbClr val="FFFFFF"/>
                          </a:solidFill>
                          <a:latin typeface="Century Gothic"/>
                        </a:rPr>
                        <a:t>Engagement Level</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2">
                        <a:lumMod val="60000"/>
                        <a:lumOff val="40000"/>
                      </a:schemeClr>
                    </a:solidFill>
                  </a:tcPr>
                </a:tc>
                <a:tc>
                  <a:txBody>
                    <a:bodyPr vert="horz" wrap="square"/>
                    <a:lstStyle/>
                    <a:p>
                      <a:pPr algn="ctr"/>
                      <a:r>
                        <a:rPr sz="1200" b="1" i="0">
                          <a:solidFill>
                            <a:srgbClr val="FFFFFF"/>
                          </a:solidFill>
                          <a:latin typeface="Century Gothic"/>
                        </a:rPr>
                        <a:t>Product Adoption</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2">
                        <a:lumMod val="60000"/>
                        <a:lumOff val="40000"/>
                      </a:schemeClr>
                    </a:solidFill>
                  </a:tcPr>
                </a:tc>
                <a:tc>
                  <a:txBody>
                    <a:bodyPr vert="horz" wrap="square"/>
                    <a:lstStyle/>
                    <a:p>
                      <a:pPr algn="l"/>
                      <a:r>
                        <a:rPr sz="1200" b="1" i="0">
                          <a:solidFill>
                            <a:srgbClr val="FFFFFF"/>
                          </a:solidFill>
                          <a:latin typeface="Century Gothic"/>
                        </a:rPr>
                        <a:t>Expansion Potential</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2">
                        <a:lumMod val="60000"/>
                        <a:lumOff val="40000"/>
                      </a:schemeClr>
                    </a:solidFill>
                  </a:tcPr>
                </a:tc>
                <a:extLst>
                  <a:ext uri="{0D108BD9-81ED-4DB2-BD59-A6C34878D82A}">
                    <a16:rowId xmlns:a16="http://schemas.microsoft.com/office/drawing/2014/main" val="2775308553"/>
                  </a:ext>
                </a:extLst>
              </a:tr>
              <a:tr h="342900">
                <a:tc>
                  <a:txBody>
                    <a:bodyPr vert="horz" wrap="square"/>
                    <a:lstStyle/>
                    <a:p>
                      <a:r>
                        <a:rPr sz="1100" b="0" i="0"/>
                        <a:t>Acme Corp</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vert="horz" wrap="square"/>
                    <a:lstStyle/>
                    <a:p>
                      <a:r>
                        <a:rPr sz="1100" b="0" i="0"/>
                        <a:t>healthy</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C6EFCE"/>
                    </a:solidFill>
                  </a:tcPr>
                </a:tc>
                <a:tc>
                  <a:txBody>
                    <a:bodyPr vert="horz" wrap="square"/>
                    <a:lstStyle/>
                    <a:p>
                      <a:r>
                        <a:rPr sz="1100" b="0" i="0"/>
                        <a:t>5</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C6EFCE"/>
                    </a:solidFill>
                  </a:tcPr>
                </a:tc>
                <a:tc>
                  <a:txBody>
                    <a:bodyPr vert="horz" wrap="square"/>
                    <a:lstStyle/>
                    <a:p>
                      <a:r>
                        <a:rPr sz="1100" b="0" i="0"/>
                        <a:t>fully adopted</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C6EFCE"/>
                    </a:solidFill>
                  </a:tcPr>
                </a:tc>
                <a:tc>
                  <a:txBody>
                    <a:bodyPr vert="horz" wrap="square"/>
                    <a:lstStyle/>
                    <a:p>
                      <a:r>
                        <a:rPr sz="1100" b="0" i="0"/>
                        <a:t>High Potential</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C6EFCE"/>
                    </a:solidFill>
                  </a:tcPr>
                </a:tc>
              </a:tr>
              <a:tr h="342900">
                <a:tc>
                  <a:txBody>
                    <a:bodyPr vert="horz" wrap="square"/>
                    <a:lstStyle/>
                    <a:p>
                      <a:r>
                        <a:rPr sz="1100" b="0" i="0"/>
                        <a:t>TechFlow Inc</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vert="horz" wrap="square"/>
                    <a:lstStyle/>
                    <a:p>
                      <a:r>
                        <a:rPr sz="1100" b="0" i="0"/>
                        <a:t>healthy</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C6EFCE"/>
                    </a:solidFill>
                  </a:tcPr>
                </a:tc>
                <a:tc>
                  <a:txBody>
                    <a:bodyPr vert="horz" wrap="square"/>
                    <a:lstStyle/>
                    <a:p>
                      <a:r>
                        <a:rPr sz="1100" b="0" i="0"/>
                        <a:t>4</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90EE90"/>
                    </a:solidFill>
                  </a:tcPr>
                </a:tc>
                <a:tc>
                  <a:txBody>
                    <a:bodyPr vert="horz" wrap="square"/>
                    <a:lstStyle/>
                    <a:p>
                      <a:r>
                        <a:rPr sz="1100" b="0" i="0"/>
                        <a:t>partially adopted</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B6C1"/>
                    </a:solidFill>
                  </a:tcPr>
                </a:tc>
                <a:tc>
                  <a:txBody>
                    <a:bodyPr vert="horz" wrap="square"/>
                    <a:lstStyle/>
                    <a:p>
                      <a:r>
                        <a:rPr sz="1100" b="0" i="0"/>
                        <a:t>Moderate Potential</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3D3D3"/>
                    </a:solidFill>
                  </a:tcPr>
                </a:tc>
              </a:tr>
              <a:tr h="342900">
                <a:tc>
                  <a:txBody>
                    <a:bodyPr vert="horz" wrap="square"/>
                    <a:lstStyle/>
                    <a:p>
                      <a:r>
                        <a:rPr sz="1100" b="0" i="0"/>
                        <a:t>DataSync Ltd</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vert="horz" wrap="square"/>
                    <a:lstStyle/>
                    <a:p>
                      <a:r>
                        <a:rPr sz="1100" b="0" i="0"/>
                        <a:t>at risk</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69B4"/>
                    </a:solidFill>
                  </a:tcPr>
                </a:tc>
                <a:tc>
                  <a:txBody>
                    <a:bodyPr vert="horz" wrap="square"/>
                    <a:lstStyle/>
                    <a:p>
                      <a:r>
                        <a:rPr sz="1100" b="0" i="0"/>
                        <a:t>2</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B6C1"/>
                    </a:solidFill>
                  </a:tcPr>
                </a:tc>
                <a:tc>
                  <a:txBody>
                    <a:bodyPr vert="horz" wrap="square"/>
                    <a:lstStyle/>
                    <a:p>
                      <a:r>
                        <a:rPr sz="1100" b="0" i="0"/>
                        <a:t>minimal adoption</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69B4"/>
                    </a:solidFill>
                  </a:tcPr>
                </a:tc>
                <a:tc>
                  <a:txBody>
                    <a:bodyPr vert="horz" wrap="square"/>
                    <a:lstStyle/>
                    <a:p>
                      <a:r>
                        <a:rPr sz="1100" b="0" i="0"/>
                        <a:t>At Risk</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69B4"/>
                    </a:solidFill>
                  </a:tcPr>
                </a:tc>
              </a:tr>
              <a:tr h="342900">
                <a:tc>
                  <a:txBody>
                    <a:bodyPr vert="horz" wrap="square"/>
                    <a:lstStyle/>
                    <a:p>
                      <a:r>
                        <a:rPr sz="1100" b="0" i="0"/>
                        <a:t>CloudFirst</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vert="horz" wrap="square"/>
                    <a:lstStyle/>
                    <a:p>
                      <a:r>
                        <a:rPr sz="1100" b="0" i="0"/>
                        <a:t>neutral</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3D3D3"/>
                    </a:solidFill>
                  </a:tcPr>
                </a:tc>
                <a:tc>
                  <a:txBody>
                    <a:bodyPr vert="horz" wrap="square"/>
                    <a:lstStyle/>
                    <a:p>
                      <a:r>
                        <a:rPr sz="1100" b="0" i="0"/>
                        <a:t>3</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3D3D3"/>
                    </a:solidFill>
                  </a:tcPr>
                </a:tc>
                <a:tc>
                  <a:txBody>
                    <a:bodyPr vert="horz" wrap="square"/>
                    <a:lstStyle/>
                    <a:p>
                      <a:r>
                        <a:rPr sz="1100" b="0" i="0"/>
                        <a:t>partially adopted</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B6C1"/>
                    </a:solidFill>
                  </a:tcPr>
                </a:tc>
                <a:tc>
                  <a:txBody>
                    <a:bodyPr vert="horz" wrap="square"/>
                    <a:lstStyle/>
                    <a:p>
                      <a:r>
                        <a:rPr sz="1100" b="0" i="0"/>
                        <a:t>Moderate Potential</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3D3D3"/>
                    </a:solidFill>
                  </a:tcPr>
                </a:tc>
              </a:tr>
              <a:tr h="342900">
                <a:tc>
                  <a:txBody>
                    <a:bodyPr vert="horz" wrap="square"/>
                    <a:lstStyle/>
                    <a:p>
                      <a:r>
                        <a:rPr sz="1100" b="0" i="0"/>
                        <a:t>Innovate Labs</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vert="horz" wrap="square"/>
                    <a:lstStyle/>
                    <a:p>
                      <a:r>
                        <a:rPr sz="1100" b="0" i="0"/>
                        <a:t>healthy</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C6EFCE"/>
                    </a:solidFill>
                  </a:tcPr>
                </a:tc>
                <a:tc>
                  <a:txBody>
                    <a:bodyPr vert="horz" wrap="square"/>
                    <a:lstStyle/>
                    <a:p>
                      <a:r>
                        <a:rPr sz="1100" b="0" i="0"/>
                        <a:t>5</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C6EFCE"/>
                    </a:solidFill>
                  </a:tcPr>
                </a:tc>
                <a:tc>
                  <a:txBody>
                    <a:bodyPr vert="horz" wrap="square"/>
                    <a:lstStyle/>
                    <a:p>
                      <a:r>
                        <a:rPr sz="1100" b="0" i="0"/>
                        <a:t>fully adopted</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C6EFCE"/>
                    </a:solidFill>
                  </a:tcPr>
                </a:tc>
                <a:tc>
                  <a:txBody>
                    <a:bodyPr vert="horz" wrap="square"/>
                    <a:lstStyle/>
                    <a:p>
                      <a:r>
                        <a:rPr sz="1100" b="0" i="0"/>
                        <a:t>High Potential</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C6EFCE"/>
                    </a:solidFill>
                  </a:tcPr>
                </a:tc>
              </a:tr>
              <a:tr h="342900">
                <a:tc>
                  <a:txBody>
                    <a:bodyPr vert="horz" wrap="square"/>
                    <a:lstStyle/>
                    <a:p>
                      <a:r>
                        <a:rPr sz="1100" b="0" i="0"/>
                        <a:t>SecureNet</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vert="horz" wrap="square"/>
                    <a:lstStyle/>
                    <a:p>
                      <a:r>
                        <a:rPr sz="1100" b="0" i="0"/>
                        <a:t>neutral</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3D3D3"/>
                    </a:solidFill>
                  </a:tcPr>
                </a:tc>
                <a:tc>
                  <a:txBody>
                    <a:bodyPr vert="horz" wrap="square"/>
                    <a:lstStyle/>
                    <a:p>
                      <a:r>
                        <a:rPr sz="1100" b="0" i="0"/>
                        <a:t>3</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3D3D3"/>
                    </a:solidFill>
                  </a:tcPr>
                </a:tc>
                <a:tc>
                  <a:txBody>
                    <a:bodyPr vert="horz" wrap="square"/>
                    <a:lstStyle/>
                    <a:p>
                      <a:r>
                        <a:rPr sz="1100" b="0" i="0"/>
                        <a:t>N/A</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vert="horz" wrap="square"/>
                    <a:lstStyle/>
                    <a:p>
                      <a:r>
                        <a:rPr sz="1100" b="0" i="0"/>
                        <a:t>Moderate Potential</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3D3D3"/>
                    </a:solidFill>
                  </a:tcPr>
                </a:tc>
              </a:tr>
              <a:tr h="342900">
                <a:tc>
                  <a:txBody>
                    <a:bodyPr vert="horz" wrap="square"/>
                    <a:lstStyle/>
                    <a:p>
                      <a:r>
                        <a:rPr sz="1100" b="0" i="0"/>
                        <a:t>GrowthMetrics</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vert="horz" wrap="square"/>
                    <a:lstStyle/>
                    <a:p>
                      <a:r>
                        <a:rPr sz="1100" b="0" i="0"/>
                        <a:t>at risk</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69B4"/>
                    </a:solidFill>
                  </a:tcPr>
                </a:tc>
                <a:tc>
                  <a:txBody>
                    <a:bodyPr vert="horz" wrap="square"/>
                    <a:lstStyle/>
                    <a:p>
                      <a:r>
                        <a:rPr sz="1100" b="0" i="0">
                          <a:solidFill>
                            <a:srgbClr val="FFFFFF"/>
                          </a:solidFill>
                        </a:rPr>
                        <a:t>1</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C143C"/>
                    </a:solidFill>
                  </a:tcPr>
                </a:tc>
                <a:tc>
                  <a:txBody>
                    <a:bodyPr vert="horz" wrap="square"/>
                    <a:lstStyle/>
                    <a:p>
                      <a:r>
                        <a:rPr sz="1100" b="0" i="0"/>
                        <a:t>minimal adoption</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69B4"/>
                    </a:solidFill>
                  </a:tcPr>
                </a:tc>
                <a:tc>
                  <a:txBody>
                    <a:bodyPr vert="horz" wrap="square"/>
                    <a:lstStyle/>
                    <a:p>
                      <a:r>
                        <a:rPr sz="1100" b="0" i="0"/>
                        <a:t>At Risk</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69B4"/>
                    </a:solidFill>
                  </a:tcPr>
                </a:tc>
              </a:tr>
              <a:tr h="342900">
                <a:tc>
                  <a:txBody>
                    <a:bodyPr vert="horz" wrap="square"/>
                    <a:lstStyle/>
                    <a:p>
                      <a:r>
                        <a:rPr sz="1100" b="0" i="0"/>
                        <a:t>Nexus Digital</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vert="horz" wrap="square"/>
                    <a:lstStyle/>
                    <a:p>
                      <a:r>
                        <a:rPr sz="1100" b="0" i="0"/>
                        <a:t>healthy</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C6EFCE"/>
                    </a:solidFill>
                  </a:tcPr>
                </a:tc>
                <a:tc>
                  <a:txBody>
                    <a:bodyPr vert="horz" wrap="square"/>
                    <a:lstStyle/>
                    <a:p>
                      <a:r>
                        <a:rPr sz="1100" b="0" i="0"/>
                        <a:t>4</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90EE90"/>
                    </a:solidFill>
                  </a:tcPr>
                </a:tc>
                <a:tc>
                  <a:txBody>
                    <a:bodyPr vert="horz" wrap="square"/>
                    <a:lstStyle/>
                    <a:p>
                      <a:r>
                        <a:rPr sz="1100" b="0" i="0"/>
                        <a:t>partially adopted</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B6C1"/>
                    </a:solidFill>
                  </a:tcPr>
                </a:tc>
                <a:tc>
                  <a:txBody>
                    <a:bodyPr vert="horz" wrap="square"/>
                    <a:lstStyle/>
                    <a:p>
                      <a:r>
                        <a:rPr sz="1100" b="0" i="0"/>
                        <a:t>High Potential</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C6EFCE"/>
                    </a:solidFill>
                  </a:tcPr>
                </a:tc>
              </a:tr>
              <a:tr h="342900">
                <a:tc>
                  <a:txBody>
                    <a:bodyPr vert="horz" wrap="square"/>
                    <a:lstStyle/>
                    <a:p>
                      <a:r>
                        <a:rPr sz="1100" b="0" i="0"/>
                        <a:t>Velocity Systems</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vert="horz" wrap="square"/>
                    <a:lstStyle/>
                    <a:p>
                      <a:r>
                        <a:rPr sz="1100" b="0" i="0"/>
                        <a:t>neutral</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3D3D3"/>
                    </a:solidFill>
                  </a:tcPr>
                </a:tc>
                <a:tc>
                  <a:txBody>
                    <a:bodyPr vert="horz" wrap="square"/>
                    <a:lstStyle/>
                    <a:p>
                      <a:r>
                        <a:rPr sz="1100" b="0" i="0"/>
                        <a:t>3</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3D3D3"/>
                    </a:solidFill>
                  </a:tcPr>
                </a:tc>
                <a:tc>
                  <a:txBody>
                    <a:bodyPr vert="horz" wrap="square"/>
                    <a:lstStyle/>
                    <a:p>
                      <a:r>
                        <a:rPr sz="1100" b="0" i="0"/>
                        <a:t>partially adopted</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B6C1"/>
                    </a:solidFill>
                  </a:tcPr>
                </a:tc>
                <a:tc>
                  <a:txBody>
                    <a:bodyPr vert="horz" wrap="square"/>
                    <a:lstStyle/>
                    <a:p>
                      <a:r>
                        <a:rPr sz="1100" b="0" i="0"/>
                        <a:t>Moderate Potential</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3D3D3"/>
                    </a:solidFill>
                  </a:tcPr>
                </a:tc>
              </a:tr>
              <a:tr h="342900">
                <a:tc>
                  <a:txBody>
                    <a:bodyPr vert="horz" wrap="square"/>
                    <a:lstStyle/>
                    <a:p>
                      <a:r>
                        <a:rPr sz="1100" b="0" i="0"/>
                        <a:t>PrimeStack</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vert="horz" wrap="square"/>
                    <a:lstStyle/>
                    <a:p>
                      <a:r>
                        <a:rPr sz="1100" b="0" i="0"/>
                        <a:t>at risk</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69B4"/>
                    </a:solidFill>
                  </a:tcPr>
                </a:tc>
                <a:tc>
                  <a:txBody>
                    <a:bodyPr vert="horz" wrap="square"/>
                    <a:lstStyle/>
                    <a:p>
                      <a:r>
                        <a:rPr sz="1100" b="0" i="0"/>
                        <a:t>2</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B6C1"/>
                    </a:solidFill>
                  </a:tcPr>
                </a:tc>
                <a:tc>
                  <a:txBody>
                    <a:bodyPr vert="horz" wrap="square"/>
                    <a:lstStyle/>
                    <a:p>
                      <a:r>
                        <a:rPr sz="1100" b="0" i="0"/>
                        <a:t>minimal adoption</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69B4"/>
                    </a:solidFill>
                  </a:tcPr>
                </a:tc>
                <a:tc>
                  <a:txBody>
                    <a:bodyPr vert="horz" wrap="square"/>
                    <a:lstStyle/>
                    <a:p>
                      <a:r>
                        <a:rPr sz="1100" b="0" i="0"/>
                        <a:t>At Risk</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69B4"/>
                    </a:solidFill>
                  </a:tcPr>
                </a:tc>
              </a:tr>
              <a:tr h="342900">
                <a:tc>
                  <a:txBody>
                    <a:bodyPr vert="horz" wrap="square"/>
                    <a:lstStyle/>
                    <a:p>
                      <a:r>
                        <a:rPr sz="1100" b="0" i="0"/>
                        <a:t>Quantum Analytics</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vert="horz" wrap="square"/>
                    <a:lstStyle/>
                    <a:p>
                      <a:r>
                        <a:rPr sz="1100" b="0" i="0"/>
                        <a:t>healthy</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C6EFCE"/>
                    </a:solidFill>
                  </a:tcPr>
                </a:tc>
                <a:tc>
                  <a:txBody>
                    <a:bodyPr vert="horz" wrap="square"/>
                    <a:lstStyle/>
                    <a:p>
                      <a:r>
                        <a:rPr sz="1100" b="0" i="0"/>
                        <a:t>5</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C6EFCE"/>
                    </a:solidFill>
                  </a:tcPr>
                </a:tc>
                <a:tc>
                  <a:txBody>
                    <a:bodyPr vert="horz" wrap="square"/>
                    <a:lstStyle/>
                    <a:p>
                      <a:r>
                        <a:rPr sz="1100" b="0" i="0"/>
                        <a:t>fully adopted</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C6EFCE"/>
                    </a:solidFill>
                  </a:tcPr>
                </a:tc>
                <a:tc>
                  <a:txBody>
                    <a:bodyPr vert="horz" wrap="square"/>
                    <a:lstStyle/>
                    <a:p>
                      <a:r>
                        <a:rPr sz="1100" b="0" i="0"/>
                        <a:t>High Potential</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C6EFCE"/>
                    </a:solidFill>
                  </a:tcPr>
                </a:tc>
              </a:tr>
              <a:tr h="342900">
                <a:tc>
                  <a:txBody>
                    <a:bodyPr vert="horz" wrap="square"/>
                    <a:lstStyle/>
                    <a:p>
                      <a:r>
                        <a:rPr sz="1100" b="0" i="0"/>
                        <a:t>BlueWave Tech</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vert="horz" wrap="square"/>
                    <a:lstStyle/>
                    <a:p>
                      <a:r>
                        <a:rPr sz="1100" b="0" i="0"/>
                        <a:t>neutral</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3D3D3"/>
                    </a:solidFill>
                  </a:tcPr>
                </a:tc>
                <a:tc>
                  <a:txBody>
                    <a:bodyPr vert="horz" wrap="square"/>
                    <a:lstStyle/>
                    <a:p>
                      <a:r>
                        <a:rPr sz="1100" b="0" i="0"/>
                        <a:t>3</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3D3D3"/>
                    </a:solidFill>
                  </a:tcPr>
                </a:tc>
                <a:tc>
                  <a:txBody>
                    <a:bodyPr vert="horz" wrap="square"/>
                    <a:lstStyle/>
                    <a:p>
                      <a:r>
                        <a:rPr sz="1100" b="0" i="0"/>
                        <a:t>N/A</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vert="horz" wrap="square"/>
                    <a:lstStyle/>
                    <a:p>
                      <a:r>
                        <a:rPr sz="1100" b="0" i="0"/>
                        <a:t>Moderate Potential</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3D3D3"/>
                    </a:solidFill>
                  </a:tcPr>
                </a:tc>
              </a:tr>
              <a:tr h="342900">
                <a:tc>
                  <a:txBody>
                    <a:bodyPr vert="horz" wrap="square"/>
                    <a:lstStyle/>
                    <a:p>
                      <a:r>
                        <a:rPr sz="1100" b="0" i="0"/>
                        <a:t>Apex Solutions</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vert="horz" wrap="square"/>
                    <a:lstStyle/>
                    <a:p>
                      <a:r>
                        <a:rPr sz="1100" b="0" i="0"/>
                        <a:t>healthy</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C6EFCE"/>
                    </a:solidFill>
                  </a:tcPr>
                </a:tc>
                <a:tc>
                  <a:txBody>
                    <a:bodyPr vert="horz" wrap="square"/>
                    <a:lstStyle/>
                    <a:p>
                      <a:r>
                        <a:rPr sz="1100" b="0" i="0"/>
                        <a:t>4</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90EE90"/>
                    </a:solidFill>
                  </a:tcPr>
                </a:tc>
                <a:tc>
                  <a:txBody>
                    <a:bodyPr vert="horz" wrap="square"/>
                    <a:lstStyle/>
                    <a:p>
                      <a:r>
                        <a:rPr sz="1100" b="0" i="0"/>
                        <a:t>fully adopted</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C6EFCE"/>
                    </a:solidFill>
                  </a:tcPr>
                </a:tc>
                <a:tc>
                  <a:txBody>
                    <a:bodyPr vert="horz" wrap="square"/>
                    <a:lstStyle/>
                    <a:p>
                      <a:r>
                        <a:rPr sz="1100" b="0" i="0"/>
                        <a:t>High Potential</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C6EFCE"/>
                    </a:solidFill>
                  </a:tcPr>
                </a:tc>
              </a:tr>
              <a:tr h="342900">
                <a:tc>
                  <a:txBody>
                    <a:bodyPr vert="horz" wrap="square"/>
                    <a:lstStyle/>
                    <a:p>
                      <a:r>
                        <a:rPr sz="1100" b="0" i="0"/>
                        <a:t>Horizon Group</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vert="horz" wrap="square"/>
                    <a:lstStyle/>
                    <a:p>
                      <a:r>
                        <a:rPr sz="1100" b="0" i="0"/>
                        <a:t>at risk</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69B4"/>
                    </a:solidFill>
                  </a:tcPr>
                </a:tc>
                <a:tc>
                  <a:txBody>
                    <a:bodyPr vert="horz" wrap="square"/>
                    <a:lstStyle/>
                    <a:p>
                      <a:r>
                        <a:rPr sz="1100" b="0" i="0"/>
                        <a:t>2</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B6C1"/>
                    </a:solidFill>
                  </a:tcPr>
                </a:tc>
                <a:tc>
                  <a:txBody>
                    <a:bodyPr vert="horz" wrap="square"/>
                    <a:lstStyle/>
                    <a:p>
                      <a:r>
                        <a:rPr sz="1100" b="0" i="0"/>
                        <a:t>minimal adoption</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69B4"/>
                    </a:solidFill>
                  </a:tcPr>
                </a:tc>
                <a:tc>
                  <a:txBody>
                    <a:bodyPr vert="horz" wrap="square"/>
                    <a:lstStyle/>
                    <a:p>
                      <a:r>
                        <a:rPr sz="1100" b="0" i="0"/>
                        <a:t>At Risk</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69B4"/>
                    </a:solidFill>
                  </a:tcPr>
                </a:tc>
              </a:tr>
              <a:tr h="342900">
                <a:tc>
                  <a:txBody>
                    <a:bodyPr vert="horz" wrap="square"/>
                    <a:lstStyle/>
                    <a:p>
                      <a:r>
                        <a:rPr sz="1100" b="0" i="0"/>
                        <a:t>Summit Enterprises</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vert="horz" wrap="square"/>
                    <a:lstStyle/>
                    <a:p>
                      <a:r>
                        <a:rPr sz="1100" b="0" i="0"/>
                        <a:t>healthy</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C6EFCE"/>
                    </a:solidFill>
                  </a:tcPr>
                </a:tc>
                <a:tc>
                  <a:txBody>
                    <a:bodyPr vert="horz" wrap="square"/>
                    <a:lstStyle/>
                    <a:p>
                      <a:r>
                        <a:rPr sz="1100" b="0" i="0"/>
                        <a:t>5</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C6EFCE"/>
                    </a:solidFill>
                  </a:tcPr>
                </a:tc>
                <a:tc>
                  <a:txBody>
                    <a:bodyPr vert="horz" wrap="square"/>
                    <a:lstStyle/>
                    <a:p>
                      <a:r>
                        <a:rPr sz="1100" b="0" i="0"/>
                        <a:t>fully adopted</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C6EFCE"/>
                    </a:solidFill>
                  </a:tcPr>
                </a:tc>
                <a:tc>
                  <a:txBody>
                    <a:bodyPr vert="horz" wrap="square"/>
                    <a:lstStyle/>
                    <a:p>
                      <a:r>
                        <a:rPr sz="1100" b="0" i="0"/>
                        <a:t>High Potential</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C6EFCE"/>
                    </a:solidFill>
                  </a:tcPr>
                </a:tc>
              </a:tr>
              <a:tr h="342900">
                <a:tc>
                  <a:txBody>
                    <a:bodyPr vert="horz" wrap="square"/>
                    <a:lstStyle/>
                    <a:p>
                      <a:r>
                        <a:rPr sz="1100" b="0" i="0"/>
                        <a:t>NorthStar Inc</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vert="horz" wrap="square"/>
                    <a:lstStyle/>
                    <a:p>
                      <a:r>
                        <a:rPr sz="1100" b="0" i="0"/>
                        <a:t>neutral</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3D3D3"/>
                    </a:solidFill>
                  </a:tcPr>
                </a:tc>
                <a:tc>
                  <a:txBody>
                    <a:bodyPr vert="horz" wrap="square"/>
                    <a:lstStyle/>
                    <a:p>
                      <a:r>
                        <a:rPr sz="1100" b="0" i="0"/>
                        <a:t>3</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3D3D3"/>
                    </a:solidFill>
                  </a:tcPr>
                </a:tc>
                <a:tc>
                  <a:txBody>
                    <a:bodyPr vert="horz" wrap="square"/>
                    <a:lstStyle/>
                    <a:p>
                      <a:r>
                        <a:rPr sz="1100" b="0" i="0"/>
                        <a:t>partially adopted</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B6C1"/>
                    </a:solidFill>
                  </a:tcPr>
                </a:tc>
                <a:tc>
                  <a:txBody>
                    <a:bodyPr vert="horz" wrap="square"/>
                    <a:lstStyle/>
                    <a:p>
                      <a:r>
                        <a:rPr sz="1100" b="0" i="0"/>
                        <a:t>Moderate Potential</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3D3D3"/>
                    </a:solidFill>
                  </a:tcPr>
                </a:tc>
              </a:tr>
              <a:tr h="342900">
                <a:tc>
                  <a:txBody>
                    <a:bodyPr vert="horz" wrap="square"/>
                    <a:lstStyle/>
                    <a:p>
                      <a:r>
                        <a:rPr sz="1100" b="0" i="0"/>
                        <a:t>Elevate Partners</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vert="horz" wrap="square"/>
                    <a:lstStyle/>
                    <a:p>
                      <a:r>
                        <a:rPr sz="1100" b="0" i="0"/>
                        <a:t>healthy</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C6EFCE"/>
                    </a:solidFill>
                  </a:tcPr>
                </a:tc>
                <a:tc>
                  <a:txBody>
                    <a:bodyPr vert="horz" wrap="square"/>
                    <a:lstStyle/>
                    <a:p>
                      <a:r>
                        <a:rPr sz="1100" b="0" i="0"/>
                        <a:t>4</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90EE90"/>
                    </a:solidFill>
                  </a:tcPr>
                </a:tc>
                <a:tc>
                  <a:txBody>
                    <a:bodyPr vert="horz" wrap="square"/>
                    <a:lstStyle/>
                    <a:p>
                      <a:r>
                        <a:rPr sz="1100" b="0" i="0"/>
                        <a:t>partially adopted</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B6C1"/>
                    </a:solidFill>
                  </a:tcPr>
                </a:tc>
                <a:tc>
                  <a:txBody>
                    <a:bodyPr vert="horz" wrap="square"/>
                    <a:lstStyle/>
                    <a:p>
                      <a:r>
                        <a:rPr sz="1100" b="0" i="0"/>
                        <a:t>High Potential</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C6EFCE"/>
                    </a:solidFill>
                  </a:tcPr>
                </a:tc>
              </a:tr>
              <a:tr h="342900">
                <a:tc>
                  <a:txBody>
                    <a:bodyPr vert="horz" wrap="square"/>
                    <a:lstStyle/>
                    <a:p>
                      <a:r>
                        <a:rPr sz="1100" b="0" i="0"/>
                        <a:t>CoreLogic</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vert="horz" wrap="square"/>
                    <a:lstStyle/>
                    <a:p>
                      <a:r>
                        <a:rPr sz="1100" b="0" i="0"/>
                        <a:t>at risk</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69B4"/>
                    </a:solidFill>
                  </a:tcPr>
                </a:tc>
                <a:tc>
                  <a:txBody>
                    <a:bodyPr vert="horz" wrap="square"/>
                    <a:lstStyle/>
                    <a:p>
                      <a:r>
                        <a:rPr sz="1100" b="0" i="0">
                          <a:solidFill>
                            <a:srgbClr val="FFFFFF"/>
                          </a:solidFill>
                        </a:rPr>
                        <a:t>1</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C143C"/>
                    </a:solidFill>
                  </a:tcPr>
                </a:tc>
                <a:tc>
                  <a:txBody>
                    <a:bodyPr vert="horz" wrap="square"/>
                    <a:lstStyle/>
                    <a:p>
                      <a:r>
                        <a:rPr sz="1100" b="0" i="0"/>
                        <a:t>minimal adoption</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69B4"/>
                    </a:solidFill>
                  </a:tcPr>
                </a:tc>
                <a:tc>
                  <a:txBody>
                    <a:bodyPr vert="horz" wrap="square"/>
                    <a:lstStyle/>
                    <a:p>
                      <a:r>
                        <a:rPr sz="1100" b="0" i="0"/>
                        <a:t>At Risk</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69B4"/>
                    </a:solidFill>
                  </a:tcPr>
                </a:tc>
              </a:tr>
              <a:tr h="342900">
                <a:tc>
                  <a:txBody>
                    <a:bodyPr vert="horz" wrap="square"/>
                    <a:lstStyle/>
                    <a:p>
                      <a:r>
                        <a:rPr sz="1100" b="0" i="0"/>
                        <a:t>Pathway Global</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vert="horz" wrap="square"/>
                    <a:lstStyle/>
                    <a:p>
                      <a:r>
                        <a:rPr sz="1100" b="0" i="0"/>
                        <a:t>healthy</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C6EFCE"/>
                    </a:solidFill>
                  </a:tcPr>
                </a:tc>
                <a:tc>
                  <a:txBody>
                    <a:bodyPr vert="horz" wrap="square"/>
                    <a:lstStyle/>
                    <a:p>
                      <a:r>
                        <a:rPr sz="1100" b="0" i="0"/>
                        <a:t>4</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90EE90"/>
                    </a:solidFill>
                  </a:tcPr>
                </a:tc>
                <a:tc>
                  <a:txBody>
                    <a:bodyPr vert="horz" wrap="square"/>
                    <a:lstStyle/>
                    <a:p>
                      <a:r>
                        <a:rPr sz="1100" b="0" i="0"/>
                        <a:t>N/A</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vert="horz" wrap="square"/>
                    <a:lstStyle/>
                    <a:p>
                      <a:r>
                        <a:rPr sz="1100" b="0" i="0"/>
                        <a:t>Moderate Potential</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3D3D3"/>
                    </a:solidFill>
                  </a:tcPr>
                </a:tc>
              </a:tr>
            </a:tbl>
          </a:graphicData>
        </a:graphic>
      </p:graphicFrame>
      <p:sp>
        <p:nvSpPr>
          <p:cNvPr id="4" name="TextBox 3">
            <a:extLst>
              <a:ext uri="{FF2B5EF4-FFF2-40B4-BE49-F238E27FC236}">
                <a16:creationId xmlns:a16="http://schemas.microsoft.com/office/drawing/2014/main" id="{4F40ECB0-A5CC-C321-4A5E-5CDBB499E639}"/>
              </a:ext>
            </a:extLst>
          </p:cNvPr>
          <p:cNvSpPr txBox="1"/>
          <p:nvPr/>
        </p:nvSpPr>
        <p:spPr>
          <a:xfrm>
            <a:off x="628650" y="8572500"/>
            <a:ext cx="11987011" cy="1203960"/>
          </a:xfrm>
          <a:prstGeom prst="rect">
            <a:avLst/>
          </a:prstGeom>
          <a:noFill/>
        </p:spPr>
        <p:txBody>
          <a:bodyPr wrap="square" rtlCol="0">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sz="1300" b="1">
                <a:solidFill>
                  <a:srgbClr val="000000"/>
                </a:solidFill>
                <a:latin typeface="Century Gothic" panose="020f0302020204030204"/>
              </a:rPr>
              <a:t>Commentary</a:t>
            </a:r>
          </a:p>
          <a:p>
            <a:pPr lvl="0" indent="152400">
              <a:buSzTx/>
              <a:buChar char="•"/>
            </a:pPr>
            <a:r>
              <a:rPr sz="1200">
                <a:solidFill>
                  <a:srgbClr val="000000"/>
                </a:solidFill>
                <a:latin typeface="Century Gothic" panose="020f0302020204030204"/>
              </a:rPr>
              <a:t>Customer health skews positive for enterprise accounts with dedicated CSMs; concerns center on SMB segment where engagement drops below threshold after month three, particularly for accounts without technical champions (DataSync, GrowthMetrics, CoreLogic vs Acme Corp, Innovate Labs, Quantum Analytics)</a:t>
            </a:r>
          </a:p>
          <a:p>
            <a:pPr lvl="0" indent="152400">
              <a:buSzTx/>
              <a:buChar char="•"/>
            </a:pPr>
            <a:r>
              <a:rPr sz="1200">
                <a:solidFill>
                  <a:srgbClr val="000000"/>
                </a:solidFill>
                <a:latin typeface="Century Gothic" panose="020f0302020204030204"/>
              </a:rPr>
              <a:t>Product adoption is tightly correlated with expansion revenue; fully adopted accounts show 3.2x higher upsell conversion, while minimal adoption accounts require immediate intervention playbooks to prevent churn (Summit Enterprises, Apex Solutions vs PrimeStack, Horizon Group)</a:t>
            </a:r>
          </a:p>
        </p:txBody>
      </p:sp>
      <p:sp>
        <p:nvSpPr>
          <p:cNvPr id="8" name="Footer Placeholder" title=""/>
          <p:cNvSpPr txBox="1">
            <a:spLocks noGrp="1"/>
          </p:cNvSpPr>
          <p:nvPr>
            <p:ph type="ftr" sz="quarter" idx="3"/>
          </p:nvPr>
        </p:nvSpPr>
        <p:spPr/>
        <p:txBody>
          <a:bodyPr vert="horz" lIns="91440" tIns="45720" rIns="91440" bIns="45720" rtlCol="0" anchor="ctr"/>
          <a:lstStyle>
            <a:lvl1pPr algn="ctr">
              <a:defRPr sz="1200">
                <a:solidFill>
                  <a:schemeClr val="tx1">
                    <a:tint val="75000"/>
                  </a:schemeClr>
                </a:solidFill>
              </a:defRPr>
            </a:lvl1pPr>
          </a:lstStyle>
          <a:p>
            <a:r>
              <a:rPr lang="en-US"/>
              <a:t>Confidential - Customer Success Analysis</a:t>
            </a:r>
          </a:p>
        </p:txBody>
      </p:sp>
    </p:spTree>
    <p:extLst>
      <p:ext uri="{BB962C8B-B14F-4D97-AF65-F5344CB8AC3E}">
        <p14:creationId val="2232269687"/>
      </p:ext>
    </p:extLst>
  </p:cSld>
  <p:clrMapOvr>
    <a:masterClrMapping/>
  </p:clrMapOvr>
  <p:transition/>
  <p:timing/>
</p:sld>
</file>

<file path=ppt/slides/slide2.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graphicFrame>
        <p:nvGraphicFramePr>
          <p:cNvPr id="7" name="think-cell data - do not delete" hidden="1">
            <a:extLst>
              <a:ext uri="{FF2B5EF4-FFF2-40B4-BE49-F238E27FC236}">
                <a16:creationId xmlns:a16="http://schemas.microsoft.com/office/drawing/2014/main" id="{F3079A7F-4545-5E64-77EA-AB41677A10E4}"/>
              </a:ext>
            </a:extLst>
          </p:cNvPr>
          <p:cNvGraphicFramePr>
            <a:graphicFrameLocks noChangeAspect="1"/>
          </p:cNvGraphicFramePr>
          <p:nvPr>
            <p:custDataLst>
              <p:tags r:id="rId2"/>
            </p:custDataLst>
            <p:extLst>
              <p:ext uri="{D42A27DB-BD31-4B8C-83A1-F6EECF244321}">
                <p14:modId val="2946302959"/>
              </p:ext>
            </p:extLst>
          </p:nvPr>
        </p:nvGraphicFramePr>
        <p:xfrm>
          <a:off x="1192" y="1287066"/>
          <a:ext cx="920" cy="1191"/>
        </p:xfrm>
        <a:graphic>
          <a:graphicData uri="http://schemas.openxmlformats.org/presentationml/2006/ole">
            <mc:AlternateContent>
              <mc:Choice xmlns:v="urn:schemas-microsoft-com:vml" Requires="v">
                <p:oleObj spid="_x0000_s1052" name="think-cell Slide" r:id="rId3" imgW="7772400" imgH="10058400" progId="TCLayout.ActiveDocument.1">
                  <p:embed/>
                </p:oleObj>
              </mc:Choice>
              <mc:Fallback>
                <p:oleObj name="think-cell Slide" r:id="rId3" imgW="7772400" imgH="10058400" progId="TCLayout.ActiveDocument.1">
                  <p:embed/>
                  <p:pic>
                    <p:nvPicPr>
                      <p:cNvPr id="0" name="OLE substitute image"/>
                      <p:cNvPicPr/>
                      <p:nvPr/>
                    </p:nvPicPr>
                    <p:blipFill>
                      <a:blip r:embed="rId4"/>
                      <a:stretch>
                        <a:fillRect/>
                      </a:stretch>
                    </p:blipFill>
                    <p:spPr>
                      <a:xfrm>
                        <a:off x="1192" y="1287066"/>
                        <a:ext cx="920" cy="1191"/>
                      </a:xfrm>
                      <a:prstGeom prst="rect">
                        <a:avLst/>
                      </a:prstGeom>
                    </p:spPr>
                  </p:pic>
                </p:oleObj>
              </mc:Fallback>
            </mc:AlternateContent>
          </a:graphicData>
        </a:graphic>
      </p:graphicFrame>
      <p:sp>
        <p:nvSpPr>
          <p:cNvPr id="2" name="Slide Number Placeholder 1">
            <a:extLst>
              <a:ext uri="{FF2B5EF4-FFF2-40B4-BE49-F238E27FC236}">
                <a16:creationId xmlns:a16="http://schemas.microsoft.com/office/drawing/2014/main" id="{E2777DDE-98C3-BF64-C4B4-872A71E910A0}"/>
              </a:ext>
            </a:extLst>
          </p:cNvPr>
          <p:cNvSpPr>
            <a:spLocks noGrp="1"/>
          </p:cNvSpPr>
          <p:nvPr>
            <p:ph type="sldNum" sz="quarter" idx="13"/>
          </p:nvPr>
        </p:nvSpPr>
        <p:spPr/>
        <p:txBody>
          <a:bodyPr/>
          <a:lstStyle/>
          <a:p>
            <a:fld id="{CC3D6C64-01FF-444E-AD84-E895EC95156E}" type="slidenum">
              <a:rPr lang="en-US" smtClean="0"/>
              <a:t>2</a:t>
            </a:fld>
            <a:endParaRPr lang="en-US"/>
          </a:p>
        </p:txBody>
      </p:sp>
      <p:sp>
        <p:nvSpPr>
          <p:cNvPr id="3" name="Title 2">
            <a:extLst>
              <a:ext uri="{FF2B5EF4-FFF2-40B4-BE49-F238E27FC236}">
                <a16:creationId xmlns:a16="http://schemas.microsoft.com/office/drawing/2014/main" id="{21F9CADC-DBC5-9DB7-493D-BAB7FC567295}"/>
              </a:ext>
            </a:extLst>
          </p:cNvPr>
          <p:cNvSpPr>
            <a:spLocks noGrp="1"/>
          </p:cNvSpPr>
          <p:nvPr>
            <p:ph type="title"/>
          </p:nvPr>
        </p:nvSpPr>
        <p:spPr/>
        <p:txBody>
          <a:bodyPr vert="horz"/>
          <a:lstStyle/>
          <a:p>
            <a:r>
              <a:rPr lang="en-US" sz="2531">
                <a:latin typeface="Century Gothic" panose="020f0302020204030204"/>
              </a:rPr>
              <a:t>Renewal Outlook: Q1-Q3 2025 Renewals</a:t>
            </a:r>
            <a:endParaRPr lang="en-US"/>
          </a:p>
        </p:txBody>
      </p:sp>
      <p:graphicFrame>
        <p:nvGraphicFramePr>
          <p:cNvPr id="5" name="Table 4">
            <a:extLst>
              <a:ext uri="{FF2B5EF4-FFF2-40B4-BE49-F238E27FC236}">
                <a16:creationId xmlns:a16="http://schemas.microsoft.com/office/drawing/2014/main" id="{A9C80780-DB88-984C-D60B-D52E52296D98}"/>
              </a:ext>
            </a:extLst>
          </p:cNvPr>
          <p:cNvGraphicFramePr>
            <a:graphicFrameLocks noGrp="1"/>
          </p:cNvGraphicFramePr>
          <p:nvPr>
            <p:extLst>
              <p:ext uri="{D42A27DB-BD31-4B8C-83A1-F6EECF244321}">
                <p14:modId val="2338410776"/>
              </p:ext>
            </p:extLst>
          </p:nvPr>
        </p:nvGraphicFramePr>
        <p:xfrm>
          <a:off x="617739" y="1422400"/>
          <a:ext cx="12364977" cy="8976360"/>
        </p:xfrm>
        <a:graphic>
          <a:graphicData uri="http://schemas.openxmlformats.org/drawingml/2006/table">
            <a:tbl>
              <a:tblPr>
                <a:tableStyleId>{5C22544A-7EE6-4342-B048-85BDC9FD1C3A}</a:tableStyleId>
              </a:tblPr>
              <a:tblGrid>
                <a:gridCol w="1529080">
                  <a:extLst>
                    <a:ext uri="{9D8B030D-6E8A-4147-A177-3AD203B41FA5}">
                      <a16:colId xmlns:a16="http://schemas.microsoft.com/office/drawing/2014/main" val="2304583127"/>
                    </a:ext>
                  </a:extLst>
                </a:gridCol>
                <a:gridCol w="1493520">
                  <a:extLst>
                    <a:ext uri="{9D8B030D-6E8A-4147-A177-3AD203B41FA5}">
                      <a16:colId xmlns:a16="http://schemas.microsoft.com/office/drawing/2014/main" val="1923328261"/>
                    </a:ext>
                  </a:extLst>
                </a:gridCol>
                <a:gridCol w="2053590">
                  <a:extLst>
                    <a:ext uri="{9D8B030D-6E8A-4147-A177-3AD203B41FA5}">
                      <a16:colId xmlns:a16="http://schemas.microsoft.com/office/drawing/2014/main" val="2395428578"/>
                    </a:ext>
                  </a:extLst>
                </a:gridCol>
                <a:gridCol w="7288787">
                  <a:extLst>
                    <a:ext uri="{9D8B030D-6E8A-4147-A177-3AD203B41FA5}">
                      <a16:colId xmlns:a16="http://schemas.microsoft.com/office/drawing/2014/main" val="1174110002"/>
                    </a:ext>
                  </a:extLst>
                </a:gridCol>
              </a:tblGrid>
              <a:tr h="0">
                <a:tc>
                  <a:txBody>
                    <a:bodyPr vert="horz" wrap="square"/>
                    <a:lstStyle/>
                    <a:p>
                      <a:pPr algn="ctr"/>
                      <a:r>
                        <a:rPr sz="1400" b="1" i="0">
                          <a:solidFill>
                            <a:srgbClr val="FFFFFF"/>
                          </a:solidFill>
                          <a:latin typeface="Century Gothic"/>
                        </a:rPr>
                        <a:t>Customer</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2">
                        <a:lumMod val="60000"/>
                        <a:lumOff val="40000"/>
                      </a:schemeClr>
                    </a:solidFill>
                  </a:tcPr>
                </a:tc>
                <a:tc>
                  <a:txBody>
                    <a:bodyPr vert="horz" wrap="square"/>
                    <a:lstStyle/>
                    <a:p>
                      <a:pPr algn="ctr"/>
                      <a:r>
                        <a:rPr sz="1400" b="1" i="0">
                          <a:solidFill>
                            <a:srgbClr val="FFFFFF"/>
                          </a:solidFill>
                          <a:latin typeface="Century Gothic"/>
                        </a:rPr>
                        <a:t>Renewal Date</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2">
                        <a:lumMod val="60000"/>
                        <a:lumOff val="40000"/>
                      </a:schemeClr>
                    </a:solidFill>
                  </a:tcPr>
                </a:tc>
                <a:tc>
                  <a:txBody>
                    <a:bodyPr vert="horz" wrap="square"/>
                    <a:lstStyle/>
                    <a:p>
                      <a:pPr algn="ctr"/>
                      <a:r>
                        <a:rPr sz="1400" b="1" i="0">
                          <a:solidFill>
                            <a:srgbClr val="FFFFFF"/>
                          </a:solidFill>
                          <a:latin typeface="Century Gothic"/>
                        </a:rPr>
                        <a:t>Expansion Potential</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2">
                        <a:lumMod val="60000"/>
                        <a:lumOff val="40000"/>
                      </a:schemeClr>
                    </a:solidFill>
                  </a:tcPr>
                </a:tc>
                <a:tc>
                  <a:txBody>
                    <a:bodyPr vert="horz" wrap="square"/>
                    <a:lstStyle/>
                    <a:p>
                      <a:pPr algn="ctr"/>
                      <a:r>
                        <a:rPr sz="1400" b="1" i="0">
                          <a:solidFill>
                            <a:srgbClr val="FFFFFF"/>
                          </a:solidFill>
                          <a:latin typeface="Century Gothic"/>
                        </a:rPr>
                        <a:t>Commentary</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2">
                        <a:lumMod val="60000"/>
                        <a:lumOff val="40000"/>
                      </a:schemeClr>
                    </a:solidFill>
                  </a:tcPr>
                </a:tc>
                <a:extLst>
                  <a:ext uri="{0D108BD9-81ED-4DB2-BD59-A6C34878D82A}">
                    <a16:rowId xmlns:a16="http://schemas.microsoft.com/office/drawing/2014/main" val="2775308553"/>
                  </a:ext>
                </a:extLst>
              </a:tr>
              <a:tr h="0">
                <a:tc>
                  <a:txBody>
                    <a:bodyPr vert="horz" wrap="square"/>
                    <a:lstStyle/>
                    <a:p>
                      <a:r>
                        <a:rPr sz="1250" b="0" i="0"/>
                        <a:t>Acme Corp</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vert="horz" wrap="square"/>
                    <a:lstStyle/>
                    <a:p>
                      <a:r>
                        <a:rPr sz="1250" b="0" i="0"/>
                        <a:t>Q1 2025</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0000"/>
                    </a:solidFill>
                  </a:tcPr>
                </a:tc>
                <a:tc>
                  <a:txBody>
                    <a:bodyPr vert="horz" wrap="square"/>
                    <a:lstStyle/>
                    <a:p>
                      <a:r>
                        <a:rPr sz="1250" b="0" i="0"/>
                        <a:t>High Potential</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C6EFCE"/>
                    </a:solidFill>
                  </a:tcPr>
                </a:tc>
                <a:tc>
                  <a:txBody>
                    <a:bodyPr vert="horz" wrap="square"/>
                    <a:lstStyle/>
                    <a:p>
                      <a:pPr lvl="0" indent="152400">
                        <a:buSzTx/>
                        <a:buChar char="•"/>
                      </a:pPr>
                      <a:r>
                        <a:rPr sz="1250" b="0" i="0"/>
                        <a:t>Q1 2024 renewal expanded contract from $85K to $145K annually, adding advanced analytics module and 50 additional seats. Current deployment spans 180 users across sales, marketing, and customer success teams.</a:t>
                      </a:r>
                    </a:p>
                    <a:p>
                      <a:pPr lvl="0" indent="152400">
                        <a:buSzTx/>
                        <a:buChar char="•"/>
                      </a:pPr>
                      <a:r>
                        <a:rPr sz="1250" b="0" i="0"/>
                        <a:t>Primary expansion driver was the launch of their new enterprise sales division requiring deeper pipeline analytics and forecasting capabilities. Usage metrics show 94% weekly active user rate.</a:t>
                      </a:r>
                    </a:p>
                    <a:p>
                      <a:pPr lvl="0" indent="152400">
                        <a:buSzTx/>
                        <a:buChar char="•"/>
                      </a:pPr>
                      <a:r>
                        <a:rPr sz="1250" b="0" i="0"/>
                        <a:t>Executive sponsor (VP Sales) is a vocal advocate, speaking at two industry conferences about ROI achieved through the platform. Internal NPS survey returned a score of 72.</a:t>
                      </a:r>
                    </a:p>
                    <a:p>
                      <a:pPr lvl="0" indent="152400">
                        <a:buSzTx/>
                        <a:buChar char="•"/>
                      </a:pPr>
                      <a:r>
                        <a:rPr sz="1250" b="0" i="0"/>
                        <a:t>Q1 2025 renewal expected to add AI-powered insights module ($35K incremental) and expand to product team (25 seats). Multi-year discount being discussed in exchange for case study participation.</a:t>
                      </a:r>
                    </a:p>
                    <a:p>
                      <a:r>
                        <a:rPr sz="1250" b="0" i="1"/>
                        <a:t>The platform has become our single source of truth for customer health. Before implementation, we were flying blind on churn risk--now we catch at-risk accounts 60 days earlier on average. The AI features they're previewing look game-changing for predictive modeling. We're already budgeting for expansion because the ROI math is crystal clear.</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r>
              <a:tr h="0">
                <a:tc>
                  <a:txBody>
                    <a:bodyPr vert="horz" wrap="square"/>
                    <a:lstStyle/>
                    <a:p>
                      <a:r>
                        <a:rPr sz="1250" b="0" i="0"/>
                        <a:t>DataSync Ltd</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vert="horz" wrap="square"/>
                    <a:lstStyle/>
                    <a:p>
                      <a:r>
                        <a:rPr sz="1250" b="0" i="0"/>
                        <a:t>Q2 2025</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0000"/>
                    </a:solidFill>
                  </a:tcPr>
                </a:tc>
                <a:tc>
                  <a:txBody>
                    <a:bodyPr vert="horz" wrap="square"/>
                    <a:lstStyle/>
                    <a:p>
                      <a:r>
                        <a:rPr sz="1250" b="0" i="0"/>
                        <a:t>At Risk</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69B4"/>
                    </a:solidFill>
                  </a:tcPr>
                </a:tc>
                <a:tc>
                  <a:txBody>
                    <a:bodyPr vert="horz" wrap="square"/>
                    <a:lstStyle/>
                    <a:p>
                      <a:pPr lvl="0" indent="152400">
                        <a:buSzTx/>
                        <a:buChar char="•"/>
                      </a:pPr>
                      <a:r>
                        <a:rPr sz="1250" b="0" i="0"/>
                        <a:t>Two-year contract signed Q2 2023 at $65K annually is coming up for renewal. Usage has declined 40% since executive sponsor departed in Q3 2024.</a:t>
                      </a:r>
                    </a:p>
                    <a:p>
                      <a:pPr lvl="0" indent="152400">
                        <a:buSzTx/>
                        <a:buChar char="•"/>
                      </a:pPr>
                      <a:r>
                        <a:rPr sz="1250" b="0" i="0"/>
                        <a:t>Original champion (Director of Customer Success) left for competitor; replacement has no prior platform experience and has been evaluating alternatives including Gainsight and ChurnZero.</a:t>
                      </a:r>
                    </a:p>
                    <a:p>
                      <a:pPr lvl="0" indent="152400">
                        <a:buSzTx/>
                        <a:buChar char="•"/>
                      </a:pPr>
                      <a:r>
                        <a:rPr sz="1250" b="0" i="0"/>
                        <a:t>Technical integration issues with their custom CRM have never been fully resolved, leading to data sync delays that frustrate end users. Support ticket volume is 3x average.</a:t>
                      </a:r>
                    </a:p>
                    <a:p>
                      <a:pPr lvl="0" indent="152400">
                        <a:buSzTx/>
                        <a:buChar char="•"/>
                      </a:pPr>
                      <a:r>
                        <a:rPr sz="1250" b="0" i="0"/>
                        <a:t>Churn risk is high unless executive alignment can be re-established. CSM team has escalated and scheduled EBR with new VP of Operations for January.</a:t>
                      </a:r>
                    </a:p>
                    <a:p>
                      <a:r>
                        <a:rPr sz="1250" b="0" i="1"/>
                        <a:t>I inherited this contract and honestly, I'm not sure it's delivering value. The team complains about data being stale and the reports not matching what they see in Salesforce. I've been talking to other vendors who seem more flexible on integrations. We'll need to see significant improvement before I can justify renewal.</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r>
              <a:tr h="0">
                <a:tc>
                  <a:txBody>
                    <a:bodyPr vert="horz" wrap="square"/>
                    <a:lstStyle/>
                    <a:p>
                      <a:r>
                        <a:rPr sz="1250" b="0" i="0"/>
                        <a:t>Innovate Labs</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vert="horz" wrap="square"/>
                    <a:lstStyle/>
                    <a:p>
                      <a:r>
                        <a:rPr sz="1250" b="0" i="0"/>
                        <a:t>Q2 2025</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0000"/>
                    </a:solidFill>
                  </a:tcPr>
                </a:tc>
                <a:tc>
                  <a:txBody>
                    <a:bodyPr vert="horz" wrap="square"/>
                    <a:lstStyle/>
                    <a:p>
                      <a:r>
                        <a:rPr sz="1250" b="0" i="0"/>
                        <a:t>High Potential</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C6EFCE"/>
                    </a:solidFill>
                  </a:tcPr>
                </a:tc>
                <a:tc>
                  <a:txBody>
                    <a:bodyPr vert="horz" wrap="square"/>
                    <a:lstStyle/>
                    <a:p>
                      <a:pPr lvl="0" indent="152400">
                        <a:buSzTx/>
                        <a:buChar char="•"/>
                      </a:pPr>
                      <a:r>
                        <a:rPr sz="1250" b="0" i="0"/>
                        <a:t>Power user account with current annual spend of $220K across three business units. Contract includes enterprise tier with custom integrations and dedicated support.</a:t>
                      </a:r>
                    </a:p>
                    <a:p>
                      <a:pPr lvl="0" indent="152400">
                        <a:buSzTx/>
                        <a:buChar char="•"/>
                      </a:pPr>
                      <a:r>
                        <a:rPr sz="1250" b="0" i="0"/>
                        <a:t>Platform is deeply embedded in daily workflows--CS team runs all health scoring, QBRs, and renewal playbooks through the system. Estimated switching cost is 6+ months of productivity loss.</a:t>
                      </a:r>
                    </a:p>
                    <a:p>
                      <a:pPr lvl="0" indent="152400">
                        <a:buSzTx/>
                        <a:buChar char="•"/>
                      </a:pPr>
                      <a:r>
                        <a:rPr sz="1250" b="0" i="0"/>
                        <a:t>Recently promoted internal champion to Chief Customer Officer, signaling strategic priority on customer success. Company is in growth mode after Series D funding.</a:t>
                      </a:r>
                    </a:p>
                    <a:p>
                      <a:pPr lvl="0" indent="152400">
                        <a:buSzTx/>
                        <a:buChar char="•"/>
                      </a:pPr>
                      <a:r>
                        <a:rPr sz="1250" b="0" i="0"/>
                        <a:t>Q2 2025 renewal will include discussion of multi-year enterprise agreement (3-year) with 15% expansion for new product team adoption and advanced API access.</a:t>
                      </a:r>
                    </a:p>
                    <a:p>
                      <a:r>
                        <a:rPr sz="1250" b="0" i="1"/>
                        <a:t>This platform is mission-critical infrastructure for us. Every customer touchpoint, every health signal, every renewal forecast flows through it. We've built custom workflows that would take quarters to replicate elsewhere. My focus at renewal is locking in favorable terms on a longer contract while expanding to support our growth trajectory.</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r>
            </a:tbl>
          </a:graphicData>
        </a:graphic>
      </p:graphicFrame>
      <p:sp>
        <p:nvSpPr>
          <p:cNvPr id="8" name="Footer Placeholder" title=""/>
          <p:cNvSpPr txBox="1">
            <a:spLocks noGrp="1"/>
          </p:cNvSpPr>
          <p:nvPr>
            <p:ph type="ftr" sz="quarter" idx="3"/>
          </p:nvPr>
        </p:nvSpPr>
        <p:spPr/>
        <p:txBody>
          <a:bodyPr vert="horz" lIns="91440" tIns="45720" rIns="91440" bIns="45720" rtlCol="0" anchor="ctr"/>
          <a:lstStyle>
            <a:lvl1pPr algn="ctr">
              <a:defRPr sz="1200">
                <a:solidFill>
                  <a:schemeClr val="tx1">
                    <a:tint val="75000"/>
                  </a:schemeClr>
                </a:solidFill>
              </a:defRPr>
            </a:lvl1pPr>
          </a:lstStyle>
          <a:p>
            <a:r>
              <a:rPr lang="en-US"/>
              <a:t>Confidential - Customer Success Analysis</a:t>
            </a:r>
          </a:p>
        </p:txBody>
      </p:sp>
    </p:spTree>
    <p:extLst>
      <p:ext uri="{BB962C8B-B14F-4D97-AF65-F5344CB8AC3E}">
        <p14:creationId val="880686858"/>
      </p:ext>
    </p:extLst>
  </p:cSld>
  <p:clrMapOvr>
    <a:masterClrMapping/>
  </p:clrMapOvr>
  <p:transition/>
  <p:timing/>
</p:sld>
</file>

<file path=ppt/slides/slide3.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graphicFrame>
        <p:nvGraphicFramePr>
          <p:cNvPr id="7" name="think-cell data - do not delete" hidden="1">
            <a:extLst>
              <a:ext uri="{FF2B5EF4-FFF2-40B4-BE49-F238E27FC236}">
                <a16:creationId xmlns:a16="http://schemas.microsoft.com/office/drawing/2014/main" id="{F3079A7F-4545-5E64-77EA-AB41677A10E4}"/>
              </a:ext>
            </a:extLst>
          </p:cNvPr>
          <p:cNvGraphicFramePr>
            <a:graphicFrameLocks noChangeAspect="1"/>
          </p:cNvGraphicFramePr>
          <p:nvPr>
            <p:custDataLst>
              <p:tags r:id="rId2"/>
            </p:custDataLst>
            <p:extLst>
              <p:ext uri="{D42A27DB-BD31-4B8C-83A1-F6EECF244321}">
                <p14:modId val="2946302959"/>
              </p:ext>
            </p:extLst>
          </p:nvPr>
        </p:nvGraphicFramePr>
        <p:xfrm>
          <a:off x="1192" y="1287066"/>
          <a:ext cx="920" cy="1191"/>
        </p:xfrm>
        <a:graphic>
          <a:graphicData uri="http://schemas.openxmlformats.org/presentationml/2006/ole">
            <mc:AlternateContent>
              <mc:Choice xmlns:v="urn:schemas-microsoft-com:vml" Requires="v">
                <p:oleObj spid="_x0000_s1053" name="think-cell Slide" r:id="rId3" imgW="7772400" imgH="10058400" progId="TCLayout.ActiveDocument.1">
                  <p:embed/>
                </p:oleObj>
              </mc:Choice>
              <mc:Fallback>
                <p:oleObj name="think-cell Slide" r:id="rId3" imgW="7772400" imgH="10058400" progId="TCLayout.ActiveDocument.1">
                  <p:embed/>
                  <p:pic>
                    <p:nvPicPr>
                      <p:cNvPr id="0" name="OLE substitute image"/>
                      <p:cNvPicPr/>
                      <p:nvPr/>
                    </p:nvPicPr>
                    <p:blipFill>
                      <a:blip r:embed="rId4"/>
                      <a:stretch>
                        <a:fillRect/>
                      </a:stretch>
                    </p:blipFill>
                    <p:spPr>
                      <a:xfrm>
                        <a:off x="1192" y="1287066"/>
                        <a:ext cx="920" cy="1191"/>
                      </a:xfrm>
                      <a:prstGeom prst="rect">
                        <a:avLst/>
                      </a:prstGeom>
                    </p:spPr>
                  </p:pic>
                </p:oleObj>
              </mc:Fallback>
            </mc:AlternateContent>
          </a:graphicData>
        </a:graphic>
      </p:graphicFrame>
      <p:sp>
        <p:nvSpPr>
          <p:cNvPr id="2" name="Slide Number Placeholder 1">
            <a:extLst>
              <a:ext uri="{FF2B5EF4-FFF2-40B4-BE49-F238E27FC236}">
                <a16:creationId xmlns:a16="http://schemas.microsoft.com/office/drawing/2014/main" id="{E2777DDE-98C3-BF64-C4B4-872A71E910A0}"/>
              </a:ext>
            </a:extLst>
          </p:cNvPr>
          <p:cNvSpPr>
            <a:spLocks noGrp="1"/>
          </p:cNvSpPr>
          <p:nvPr>
            <p:ph type="sldNum" sz="quarter" idx="13"/>
          </p:nvPr>
        </p:nvSpPr>
        <p:spPr/>
        <p:txBody>
          <a:bodyPr/>
          <a:lstStyle/>
          <a:p>
            <a:fld id="{CC3D6C64-01FF-444E-AD84-E895EC95156E}" type="slidenum">
              <a:rPr lang="en-US" smtClean="0"/>
              <a:t>3</a:t>
            </a:fld>
            <a:endParaRPr lang="en-US"/>
          </a:p>
        </p:txBody>
      </p:sp>
      <p:sp>
        <p:nvSpPr>
          <p:cNvPr id="3" name="Title 2">
            <a:extLst>
              <a:ext uri="{FF2B5EF4-FFF2-40B4-BE49-F238E27FC236}">
                <a16:creationId xmlns:a16="http://schemas.microsoft.com/office/drawing/2014/main" id="{21F9CADC-DBC5-9DB7-493D-BAB7FC567295}"/>
              </a:ext>
            </a:extLst>
          </p:cNvPr>
          <p:cNvSpPr>
            <a:spLocks noGrp="1"/>
          </p:cNvSpPr>
          <p:nvPr>
            <p:ph type="title"/>
          </p:nvPr>
        </p:nvSpPr>
        <p:spPr/>
        <p:txBody>
          <a:bodyPr vert="horz"/>
          <a:lstStyle/>
          <a:p>
            <a:r>
              <a:rPr lang="en-US" sz="2531">
                <a:latin typeface="Century Gothic" panose="020f0302020204030204"/>
              </a:rPr>
              <a:t>Renewal Outlook: Q1-Q3 2025 Renewals</a:t>
            </a:r>
            <a:endParaRPr lang="en-US"/>
          </a:p>
        </p:txBody>
      </p:sp>
      <p:graphicFrame>
        <p:nvGraphicFramePr>
          <p:cNvPr id="5" name="Table 4">
            <a:extLst>
              <a:ext uri="{FF2B5EF4-FFF2-40B4-BE49-F238E27FC236}">
                <a16:creationId xmlns:a16="http://schemas.microsoft.com/office/drawing/2014/main" id="{A9C80780-DB88-984C-D60B-D52E52296D98}"/>
              </a:ext>
            </a:extLst>
          </p:cNvPr>
          <p:cNvGraphicFramePr>
            <a:graphicFrameLocks noGrp="1"/>
          </p:cNvGraphicFramePr>
          <p:nvPr>
            <p:extLst>
              <p:ext uri="{D42A27DB-BD31-4B8C-83A1-F6EECF244321}">
                <p14:modId val="2338410776"/>
              </p:ext>
            </p:extLst>
          </p:nvPr>
        </p:nvGraphicFramePr>
        <p:xfrm>
          <a:off x="617739" y="1422400"/>
          <a:ext cx="12364977" cy="7833360"/>
        </p:xfrm>
        <a:graphic>
          <a:graphicData uri="http://schemas.openxmlformats.org/drawingml/2006/table">
            <a:tbl>
              <a:tblPr>
                <a:tableStyleId>{5C22544A-7EE6-4342-B048-85BDC9FD1C3A}</a:tableStyleId>
              </a:tblPr>
              <a:tblGrid>
                <a:gridCol w="1529080">
                  <a:extLst>
                    <a:ext uri="{9D8B030D-6E8A-4147-A177-3AD203B41FA5}">
                      <a16:colId xmlns:a16="http://schemas.microsoft.com/office/drawing/2014/main" val="2304583127"/>
                    </a:ext>
                  </a:extLst>
                </a:gridCol>
                <a:gridCol w="1493520">
                  <a:extLst>
                    <a:ext uri="{9D8B030D-6E8A-4147-A177-3AD203B41FA5}">
                      <a16:colId xmlns:a16="http://schemas.microsoft.com/office/drawing/2014/main" val="1923328261"/>
                    </a:ext>
                  </a:extLst>
                </a:gridCol>
                <a:gridCol w="2053590">
                  <a:extLst>
                    <a:ext uri="{9D8B030D-6E8A-4147-A177-3AD203B41FA5}">
                      <a16:colId xmlns:a16="http://schemas.microsoft.com/office/drawing/2014/main" val="2395428578"/>
                    </a:ext>
                  </a:extLst>
                </a:gridCol>
                <a:gridCol w="7288787">
                  <a:extLst>
                    <a:ext uri="{9D8B030D-6E8A-4147-A177-3AD203B41FA5}">
                      <a16:colId xmlns:a16="http://schemas.microsoft.com/office/drawing/2014/main" val="1174110002"/>
                    </a:ext>
                  </a:extLst>
                </a:gridCol>
              </a:tblGrid>
              <a:tr h="0">
                <a:tc>
                  <a:txBody>
                    <a:bodyPr vert="horz" wrap="square"/>
                    <a:lstStyle/>
                    <a:p>
                      <a:pPr algn="ctr"/>
                      <a:r>
                        <a:rPr sz="1400" b="1" i="0">
                          <a:solidFill>
                            <a:srgbClr val="FFFFFF"/>
                          </a:solidFill>
                          <a:latin typeface="Century Gothic"/>
                        </a:rPr>
                        <a:t>Customer</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2">
                        <a:lumMod val="60000"/>
                        <a:lumOff val="40000"/>
                      </a:schemeClr>
                    </a:solidFill>
                  </a:tcPr>
                </a:tc>
                <a:tc>
                  <a:txBody>
                    <a:bodyPr vert="horz" wrap="square"/>
                    <a:lstStyle/>
                    <a:p>
                      <a:pPr algn="ctr"/>
                      <a:r>
                        <a:rPr sz="1400" b="1" i="0">
                          <a:solidFill>
                            <a:srgbClr val="FFFFFF"/>
                          </a:solidFill>
                          <a:latin typeface="Century Gothic"/>
                        </a:rPr>
                        <a:t>Renewal Date</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2">
                        <a:lumMod val="60000"/>
                        <a:lumOff val="40000"/>
                      </a:schemeClr>
                    </a:solidFill>
                  </a:tcPr>
                </a:tc>
                <a:tc>
                  <a:txBody>
                    <a:bodyPr vert="horz" wrap="square"/>
                    <a:lstStyle/>
                    <a:p>
                      <a:pPr algn="ctr"/>
                      <a:r>
                        <a:rPr sz="1400" b="1" i="0">
                          <a:solidFill>
                            <a:srgbClr val="FFFFFF"/>
                          </a:solidFill>
                          <a:latin typeface="Century Gothic"/>
                        </a:rPr>
                        <a:t>Expansion Potential</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2">
                        <a:lumMod val="60000"/>
                        <a:lumOff val="40000"/>
                      </a:schemeClr>
                    </a:solidFill>
                  </a:tcPr>
                </a:tc>
                <a:tc>
                  <a:txBody>
                    <a:bodyPr vert="horz" wrap="square"/>
                    <a:lstStyle/>
                    <a:p>
                      <a:pPr algn="ctr"/>
                      <a:r>
                        <a:rPr sz="1400" b="1" i="0">
                          <a:solidFill>
                            <a:srgbClr val="FFFFFF"/>
                          </a:solidFill>
                          <a:latin typeface="Century Gothic"/>
                        </a:rPr>
                        <a:t>Commentary</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2">
                        <a:lumMod val="60000"/>
                        <a:lumOff val="40000"/>
                      </a:schemeClr>
                    </a:solidFill>
                  </a:tcPr>
                </a:tc>
                <a:extLst>
                  <a:ext uri="{0D108BD9-81ED-4DB2-BD59-A6C34878D82A}">
                    <a16:rowId xmlns:a16="http://schemas.microsoft.com/office/drawing/2014/main" val="2775308553"/>
                  </a:ext>
                </a:extLst>
              </a:tr>
              <a:tr h="0">
                <a:tc>
                  <a:txBody>
                    <a:bodyPr vert="horz" wrap="square"/>
                    <a:lstStyle/>
                    <a:p>
                      <a:r>
                        <a:rPr sz="1250" b="0" i="0"/>
                        <a:t>CloudFirst</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vert="horz" wrap="square"/>
                    <a:lstStyle/>
                    <a:p>
                      <a:r>
                        <a:rPr sz="1250" b="0" i="0"/>
                        <a:t>Q3 2025</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0000"/>
                    </a:solidFill>
                  </a:tcPr>
                </a:tc>
                <a:tc>
                  <a:txBody>
                    <a:bodyPr vert="horz" wrap="square"/>
                    <a:lstStyle/>
                    <a:p>
                      <a:r>
                        <a:rPr sz="1250" b="0" i="0"/>
                        <a:t>Moderate Potential</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3D3D3"/>
                    </a:solidFill>
                  </a:tcPr>
                </a:tc>
                <a:tc>
                  <a:txBody>
                    <a:bodyPr vert="horz" wrap="square"/>
                    <a:lstStyle/>
                    <a:p>
                      <a:pPr lvl="0" indent="152400">
                        <a:buSzTx/>
                        <a:buChar char="•"/>
                      </a:pPr>
                      <a:r>
                        <a:rPr sz="1250" b="0" i="0"/>
                        <a:t>Mid-market account with $45K annual spend on standard tier. Three-year contract from Q3 2022 is approaching renewal with stable but unspectacular usage patterns.</a:t>
                      </a:r>
                    </a:p>
                    <a:p>
                      <a:pPr lvl="0" indent="152400">
                        <a:buSzTx/>
                        <a:buChar char="•"/>
                      </a:pPr>
                      <a:r>
                        <a:rPr sz="1250" b="0" i="0"/>
                        <a:t>Customer has not adopted advanced features (AI insights, custom dashboards) despite multiple enablement sessions. Utilization hovers around 60% of licensed capacity.</a:t>
                      </a:r>
                    </a:p>
                    <a:p>
                      <a:pPr lvl="0" indent="152400">
                        <a:buSzTx/>
                        <a:buChar char="•"/>
                      </a:pPr>
                      <a:r>
                        <a:rPr sz="1250" b="0" i="0"/>
                        <a:t>Budget constraints from recent restructuring may impact renewal. Finance team has requested ROI documentation and competitive pricing analysis.</a:t>
                      </a:r>
                    </a:p>
                    <a:p>
                      <a:pPr lvl="0" indent="152400">
                        <a:buSzTx/>
                        <a:buChar char="•"/>
                      </a:pPr>
                      <a:r>
                        <a:rPr sz="1250" b="0" i="0"/>
                        <a:t>Likely flat renewal with potential modest expansion if proposed use case for product feedback loop gains internal approval. Risk of downsell if budget pressures intensify.</a:t>
                      </a:r>
                    </a:p>
                    <a:p>
                      <a:r>
                        <a:rPr sz="1250" b="0" i="1"/>
                        <a:t>We're generally satisfied with the platform but I wouldn't call it transformative for us. It does what we need for basic health tracking and renewal management. The advanced features seem powerful but we haven't had bandwidth to implement them. Renewal will depend on whether we can justify the spend given our current budget environment.</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r>
              <a:tr h="0">
                <a:tc>
                  <a:txBody>
                    <a:bodyPr vert="horz" wrap="square"/>
                    <a:lstStyle/>
                    <a:p>
                      <a:r>
                        <a:rPr sz="1250" b="0" i="0"/>
                        <a:t>Quantum Analytics</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vert="horz" wrap="square"/>
                    <a:lstStyle/>
                    <a:p>
                      <a:r>
                        <a:rPr sz="1250" b="0" i="0"/>
                        <a:t>Q1 2026</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00FF00"/>
                    </a:solidFill>
                  </a:tcPr>
                </a:tc>
                <a:tc>
                  <a:txBody>
                    <a:bodyPr vert="horz" wrap="square"/>
                    <a:lstStyle/>
                    <a:p>
                      <a:r>
                        <a:rPr sz="1250" b="0" i="0"/>
                        <a:t>High Potential</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C6EFCE"/>
                    </a:solidFill>
                  </a:tcPr>
                </a:tc>
                <a:tc>
                  <a:txBody>
                    <a:bodyPr vert="horz" wrap="square"/>
                    <a:lstStyle/>
                    <a:p>
                      <a:pPr lvl="0" indent="152400">
                        <a:buSzTx/>
                        <a:buChar char="•"/>
                      </a:pPr>
                      <a:r>
                        <a:rPr sz="1250" b="0" i="0"/>
                        <a:t>Strategic account with $180K annual contract, expanded twice since initial $60K deployment in 2022. Currently at 250 seats across global operations.</a:t>
                      </a:r>
                    </a:p>
                    <a:p>
                      <a:pPr lvl="0" indent="152400">
                        <a:buSzTx/>
                        <a:buChar char="•"/>
                      </a:pPr>
                      <a:r>
                        <a:rPr sz="1250" b="0" i="0"/>
                        <a:t>Champion network is strong with advocates in CS, Sales, and Product teams. Monthly usage reports show 89% feature adoption and 96% weekly active users.</a:t>
                      </a:r>
                    </a:p>
                    <a:p>
                      <a:pPr lvl="0" indent="152400">
                        <a:buSzTx/>
                        <a:buChar char="•"/>
                      </a:pPr>
                      <a:r>
                        <a:rPr sz="1250" b="0" i="0"/>
                        <a:t>Company is acquiring two smaller competitors in 2025, creating opportunity for significant seat expansion and potential displacement of acquired companies' tooling.</a:t>
                      </a:r>
                    </a:p>
                    <a:p>
                      <a:pPr lvl="0" indent="152400">
                        <a:buSzTx/>
                        <a:buChar char="•"/>
                      </a:pPr>
                      <a:r>
                        <a:rPr sz="1250" b="0" i="0"/>
                        <a:t>Q1 2026 renewal expected to be straightforward expansion discussion. Early conversations suggest 40-50% growth tied to M&amp;A integration timeline.</a:t>
                      </a:r>
                    </a:p>
                    <a:p>
                      <a:r>
                        <a:rPr sz="1250" b="0" i="1"/>
                        <a:t>We've standardized on this platform globally and it's one of the few tools that survived our last tech stack rationalization. The data quality and integration capabilities are excellent. With our acquisitions coming, we're already planning to migrate the acquired companies onto our instance. This is a grow-with-us relationship.</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r>
              <a:tr h="0">
                <a:tc>
                  <a:txBody>
                    <a:bodyPr vert="horz" wrap="square"/>
                    <a:lstStyle/>
                    <a:p>
                      <a:r>
                        <a:rPr sz="1250" b="0" i="0"/>
                        <a:t>GrowthMetrics</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vert="horz" wrap="square"/>
                    <a:lstStyle/>
                    <a:p>
                      <a:r>
                        <a:rPr sz="1250" b="0" i="0"/>
                        <a:t>Q1 2025</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0000"/>
                    </a:solidFill>
                  </a:tcPr>
                </a:tc>
                <a:tc>
                  <a:txBody>
                    <a:bodyPr vert="horz" wrap="square"/>
                    <a:lstStyle/>
                    <a:p>
                      <a:r>
                        <a:rPr sz="1250" b="0" i="0"/>
                        <a:t>At Risk</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69B4"/>
                    </a:solidFill>
                  </a:tcPr>
                </a:tc>
                <a:tc>
                  <a:txBody>
                    <a:bodyPr vert="horz" wrap="square"/>
                    <a:lstStyle/>
                    <a:p>
                      <a:pPr lvl="0" indent="152400">
                        <a:buSzTx/>
                        <a:buChar char="•"/>
                      </a:pPr>
                      <a:r>
                        <a:rPr sz="1250" b="0" i="0"/>
                        <a:t>Small account ($28K annually) with declining engagement since Q2 2024. Weekly active users dropped from 85% to 35% after layoffs reduced CS team by half.</a:t>
                      </a:r>
                    </a:p>
                    <a:p>
                      <a:pPr lvl="0" indent="152400">
                        <a:buSzTx/>
                        <a:buChar char="•"/>
                      </a:pPr>
                      <a:r>
                        <a:rPr sz="1250" b="0" i="0"/>
                        <a:t>Company is in cost-cutting mode following missed revenue targets. All vendor contracts are under review with procurement leading aggressive negotiation rounds.</a:t>
                      </a:r>
                    </a:p>
                    <a:p>
                      <a:pPr lvl="0" indent="152400">
                        <a:buSzTx/>
                        <a:buChar char="•"/>
                      </a:pPr>
                      <a:r>
                        <a:rPr sz="1250" b="0" i="0"/>
                        <a:t>Competitor (Totango) has offered aggressive pricing to displacement deal. Internal champion is advocating for retention but lacks budget authority.</a:t>
                      </a:r>
                    </a:p>
                    <a:p>
                      <a:pPr lvl="0" indent="152400">
                        <a:buSzTx/>
                        <a:buChar char="•"/>
                      </a:pPr>
                      <a:r>
                        <a:rPr sz="1250" b="0" i="0"/>
                        <a:t>High probability of churn or significant downsell. CSM recommending proactive discount offer to preserve relationship for future expansion when company stabilizes.</a:t>
                      </a:r>
                    </a:p>
                    <a:p>
                      <a:r>
                        <a:rPr sz="1250" b="0" i="1"/>
                        <a:t>Look, I love the product but I'm fighting battles on every front right now. We cut half our CS team and every dollar is being scrutinized. I've got a competitor offering to match our functionality at 40% less. Unless you can get creative on pricing, I don't know how I defend this renewal to my CFO.</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r>
            </a:tbl>
          </a:graphicData>
        </a:graphic>
      </p:graphicFrame>
      <p:sp>
        <p:nvSpPr>
          <p:cNvPr id="8" name="Footer Placeholder" title=""/>
          <p:cNvSpPr txBox="1">
            <a:spLocks noGrp="1"/>
          </p:cNvSpPr>
          <p:nvPr>
            <p:ph type="ftr" sz="quarter" idx="3"/>
          </p:nvPr>
        </p:nvSpPr>
        <p:spPr/>
        <p:txBody>
          <a:bodyPr vert="horz" lIns="91440" tIns="45720" rIns="91440" bIns="45720" rtlCol="0" anchor="ctr"/>
          <a:lstStyle>
            <a:lvl1pPr algn="ctr">
              <a:defRPr sz="1200">
                <a:solidFill>
                  <a:schemeClr val="tx1">
                    <a:tint val="75000"/>
                  </a:schemeClr>
                </a:solidFill>
              </a:defRPr>
            </a:lvl1pPr>
          </a:lstStyle>
          <a:p>
            <a:r>
              <a:rPr lang="en-US"/>
              <a:t>Confidential - Customer Success Analysis</a:t>
            </a:r>
          </a:p>
        </p:txBody>
      </p:sp>
    </p:spTree>
    <p:extLst>
      <p:ext uri="{BB962C8B-B14F-4D97-AF65-F5344CB8AC3E}">
        <p14:creationId val="880686858"/>
      </p:ext>
    </p:extLst>
  </p:cSld>
  <p:clrMapOvr>
    <a:masterClrMapping/>
  </p:clrMapOvr>
  <p:transition/>
  <p:timing/>
</p:sld>
</file>

<file path=ppt/slides/slide4.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graphicFrame>
        <p:nvGraphicFramePr>
          <p:cNvPr id="7" name="think-cell data - do not delete" hidden="1">
            <a:extLst>
              <a:ext uri="{FF2B5EF4-FFF2-40B4-BE49-F238E27FC236}">
                <a16:creationId xmlns:a16="http://schemas.microsoft.com/office/drawing/2014/main" id="{F3079A7F-4545-5E64-77EA-AB41677A10E4}"/>
              </a:ext>
            </a:extLst>
          </p:cNvPr>
          <p:cNvGraphicFramePr>
            <a:graphicFrameLocks noChangeAspect="1"/>
          </p:cNvGraphicFramePr>
          <p:nvPr>
            <p:custDataLst>
              <p:tags r:id="rId2"/>
            </p:custDataLst>
            <p:extLst>
              <p:ext uri="{D42A27DB-BD31-4B8C-83A1-F6EECF244321}">
                <p14:modId val="2946302959"/>
              </p:ext>
            </p:extLst>
          </p:nvPr>
        </p:nvGraphicFramePr>
        <p:xfrm>
          <a:off x="1192" y="1287066"/>
          <a:ext cx="920" cy="1191"/>
        </p:xfrm>
        <a:graphic>
          <a:graphicData uri="http://schemas.openxmlformats.org/presentationml/2006/ole">
            <mc:AlternateContent>
              <mc:Choice xmlns:v="urn:schemas-microsoft-com:vml" Requires="v">
                <p:oleObj spid="_x0000_s1054" name="think-cell Slide" r:id="rId3" imgW="7772400" imgH="10058400" progId="TCLayout.ActiveDocument.1">
                  <p:embed/>
                </p:oleObj>
              </mc:Choice>
              <mc:Fallback>
                <p:oleObj name="think-cell Slide" r:id="rId3" imgW="7772400" imgH="10058400" progId="TCLayout.ActiveDocument.1">
                  <p:embed/>
                  <p:pic>
                    <p:nvPicPr>
                      <p:cNvPr id="0" name="OLE substitute image"/>
                      <p:cNvPicPr/>
                      <p:nvPr/>
                    </p:nvPicPr>
                    <p:blipFill>
                      <a:blip r:embed="rId4"/>
                      <a:stretch>
                        <a:fillRect/>
                      </a:stretch>
                    </p:blipFill>
                    <p:spPr>
                      <a:xfrm>
                        <a:off x="1192" y="1287066"/>
                        <a:ext cx="920" cy="1191"/>
                      </a:xfrm>
                      <a:prstGeom prst="rect">
                        <a:avLst/>
                      </a:prstGeom>
                    </p:spPr>
                  </p:pic>
                </p:oleObj>
              </mc:Fallback>
            </mc:AlternateContent>
          </a:graphicData>
        </a:graphic>
      </p:graphicFrame>
      <p:sp>
        <p:nvSpPr>
          <p:cNvPr id="2" name="Slide Number Placeholder 1">
            <a:extLst>
              <a:ext uri="{FF2B5EF4-FFF2-40B4-BE49-F238E27FC236}">
                <a16:creationId xmlns:a16="http://schemas.microsoft.com/office/drawing/2014/main" id="{E2777DDE-98C3-BF64-C4B4-872A71E910A0}"/>
              </a:ext>
            </a:extLst>
          </p:cNvPr>
          <p:cNvSpPr>
            <a:spLocks noGrp="1"/>
          </p:cNvSpPr>
          <p:nvPr>
            <p:ph type="sldNum" sz="quarter" idx="13"/>
          </p:nvPr>
        </p:nvSpPr>
        <p:spPr/>
        <p:txBody>
          <a:bodyPr/>
          <a:lstStyle/>
          <a:p>
            <a:fld id="{CC3D6C64-01FF-444E-AD84-E895EC95156E}" type="slidenum">
              <a:rPr lang="en-US" smtClean="0"/>
              <a:t>4</a:t>
            </a:fld>
            <a:endParaRPr lang="en-US"/>
          </a:p>
        </p:txBody>
      </p:sp>
      <p:sp>
        <p:nvSpPr>
          <p:cNvPr id="3" name="Title 2">
            <a:extLst>
              <a:ext uri="{FF2B5EF4-FFF2-40B4-BE49-F238E27FC236}">
                <a16:creationId xmlns:a16="http://schemas.microsoft.com/office/drawing/2014/main" id="{21F9CADC-DBC5-9DB7-493D-BAB7FC567295}"/>
              </a:ext>
            </a:extLst>
          </p:cNvPr>
          <p:cNvSpPr>
            <a:spLocks noGrp="1"/>
          </p:cNvSpPr>
          <p:nvPr>
            <p:ph type="title"/>
          </p:nvPr>
        </p:nvSpPr>
        <p:spPr/>
        <p:txBody>
          <a:bodyPr vert="horz"/>
          <a:lstStyle/>
          <a:p>
            <a:r>
              <a:rPr lang="en-US" sz="2531">
                <a:latin typeface="Century Gothic" panose="020f0302020204030204"/>
              </a:rPr>
              <a:t>Renewal Outlook: Q1-Q3 2025 Renewals</a:t>
            </a:r>
            <a:endParaRPr lang="en-US"/>
          </a:p>
        </p:txBody>
      </p:sp>
      <p:graphicFrame>
        <p:nvGraphicFramePr>
          <p:cNvPr id="5" name="Table 4">
            <a:extLst>
              <a:ext uri="{FF2B5EF4-FFF2-40B4-BE49-F238E27FC236}">
                <a16:creationId xmlns:a16="http://schemas.microsoft.com/office/drawing/2014/main" id="{A9C80780-DB88-984C-D60B-D52E52296D98}"/>
              </a:ext>
            </a:extLst>
          </p:cNvPr>
          <p:cNvGraphicFramePr>
            <a:graphicFrameLocks noGrp="1"/>
          </p:cNvGraphicFramePr>
          <p:nvPr>
            <p:extLst>
              <p:ext uri="{D42A27DB-BD31-4B8C-83A1-F6EECF244321}">
                <p14:modId val="2338410776"/>
              </p:ext>
            </p:extLst>
          </p:nvPr>
        </p:nvGraphicFramePr>
        <p:xfrm>
          <a:off x="617739" y="1422400"/>
          <a:ext cx="12364977" cy="5600700"/>
        </p:xfrm>
        <a:graphic>
          <a:graphicData uri="http://schemas.openxmlformats.org/drawingml/2006/table">
            <a:tbl>
              <a:tblPr>
                <a:tableStyleId>{5C22544A-7EE6-4342-B048-85BDC9FD1C3A}</a:tableStyleId>
              </a:tblPr>
              <a:tblGrid>
                <a:gridCol w="1529080">
                  <a:extLst>
                    <a:ext uri="{9D8B030D-6E8A-4147-A177-3AD203B41FA5}">
                      <a16:colId xmlns:a16="http://schemas.microsoft.com/office/drawing/2014/main" val="2304583127"/>
                    </a:ext>
                  </a:extLst>
                </a:gridCol>
                <a:gridCol w="1493520">
                  <a:extLst>
                    <a:ext uri="{9D8B030D-6E8A-4147-A177-3AD203B41FA5}">
                      <a16:colId xmlns:a16="http://schemas.microsoft.com/office/drawing/2014/main" val="1923328261"/>
                    </a:ext>
                  </a:extLst>
                </a:gridCol>
                <a:gridCol w="2053590">
                  <a:extLst>
                    <a:ext uri="{9D8B030D-6E8A-4147-A177-3AD203B41FA5}">
                      <a16:colId xmlns:a16="http://schemas.microsoft.com/office/drawing/2014/main" val="2395428578"/>
                    </a:ext>
                  </a:extLst>
                </a:gridCol>
                <a:gridCol w="7288787">
                  <a:extLst>
                    <a:ext uri="{9D8B030D-6E8A-4147-A177-3AD203B41FA5}">
                      <a16:colId xmlns:a16="http://schemas.microsoft.com/office/drawing/2014/main" val="1174110002"/>
                    </a:ext>
                  </a:extLst>
                </a:gridCol>
              </a:tblGrid>
              <a:tr h="0">
                <a:tc>
                  <a:txBody>
                    <a:bodyPr vert="horz" wrap="square"/>
                    <a:lstStyle/>
                    <a:p>
                      <a:pPr algn="ctr"/>
                      <a:r>
                        <a:rPr sz="1400" b="1" i="0">
                          <a:solidFill>
                            <a:srgbClr val="FFFFFF"/>
                          </a:solidFill>
                          <a:latin typeface="Century Gothic"/>
                        </a:rPr>
                        <a:t>Customer</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2">
                        <a:lumMod val="60000"/>
                        <a:lumOff val="40000"/>
                      </a:schemeClr>
                    </a:solidFill>
                  </a:tcPr>
                </a:tc>
                <a:tc>
                  <a:txBody>
                    <a:bodyPr vert="horz" wrap="square"/>
                    <a:lstStyle/>
                    <a:p>
                      <a:pPr algn="ctr"/>
                      <a:r>
                        <a:rPr sz="1400" b="1" i="0">
                          <a:solidFill>
                            <a:srgbClr val="FFFFFF"/>
                          </a:solidFill>
                          <a:latin typeface="Century Gothic"/>
                        </a:rPr>
                        <a:t>Renewal Date</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2">
                        <a:lumMod val="60000"/>
                        <a:lumOff val="40000"/>
                      </a:schemeClr>
                    </a:solidFill>
                  </a:tcPr>
                </a:tc>
                <a:tc>
                  <a:txBody>
                    <a:bodyPr vert="horz" wrap="square"/>
                    <a:lstStyle/>
                    <a:p>
                      <a:pPr algn="ctr"/>
                      <a:r>
                        <a:rPr sz="1400" b="1" i="0">
                          <a:solidFill>
                            <a:srgbClr val="FFFFFF"/>
                          </a:solidFill>
                          <a:latin typeface="Century Gothic"/>
                        </a:rPr>
                        <a:t>Expansion Potential</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2">
                        <a:lumMod val="60000"/>
                        <a:lumOff val="40000"/>
                      </a:schemeClr>
                    </a:solidFill>
                  </a:tcPr>
                </a:tc>
                <a:tc>
                  <a:txBody>
                    <a:bodyPr vert="horz" wrap="square"/>
                    <a:lstStyle/>
                    <a:p>
                      <a:pPr algn="ctr"/>
                      <a:r>
                        <a:rPr sz="1400" b="1" i="0">
                          <a:solidFill>
                            <a:srgbClr val="FFFFFF"/>
                          </a:solidFill>
                          <a:latin typeface="Century Gothic"/>
                        </a:rPr>
                        <a:t>Commentary</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2">
                        <a:lumMod val="60000"/>
                        <a:lumOff val="40000"/>
                      </a:schemeClr>
                    </a:solidFill>
                  </a:tcPr>
                </a:tc>
                <a:extLst>
                  <a:ext uri="{0D108BD9-81ED-4DB2-BD59-A6C34878D82A}">
                    <a16:rowId xmlns:a16="http://schemas.microsoft.com/office/drawing/2014/main" val="2775308553"/>
                  </a:ext>
                </a:extLst>
              </a:tr>
              <a:tr h="0">
                <a:tc>
                  <a:txBody>
                    <a:bodyPr vert="horz" wrap="square"/>
                    <a:lstStyle/>
                    <a:p>
                      <a:r>
                        <a:rPr sz="1250" b="0" i="0"/>
                        <a:t>Summit Enterprises</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vert="horz" wrap="square"/>
                    <a:lstStyle/>
                    <a:p>
                      <a:r>
                        <a:rPr sz="1250" b="0" i="0"/>
                        <a:t>Q3 2025</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0000"/>
                    </a:solidFill>
                  </a:tcPr>
                </a:tc>
                <a:tc>
                  <a:txBody>
                    <a:bodyPr vert="horz" wrap="square"/>
                    <a:lstStyle/>
                    <a:p>
                      <a:r>
                        <a:rPr sz="1250" b="0" i="0"/>
                        <a:t>High Potential</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C6EFCE"/>
                    </a:solidFill>
                  </a:tcPr>
                </a:tc>
                <a:tc>
                  <a:txBody>
                    <a:bodyPr vert="horz" wrap="square"/>
                    <a:lstStyle/>
                    <a:p>
                      <a:pPr lvl="0" indent="152400">
                        <a:buSzTx/>
                        <a:buChar char="•"/>
                      </a:pPr>
                      <a:r>
                        <a:rPr sz="1250" b="0" i="0"/>
                        <a:t>Enterprise account with $310K annual contract, the largest in the SMB vertical. Deployment includes custom integrations with SAP, ServiceNow, and proprietary billing system.</a:t>
                      </a:r>
                    </a:p>
                    <a:p>
                      <a:pPr lvl="0" indent="152400">
                        <a:buSzTx/>
                        <a:buChar char="•"/>
                      </a:pPr>
                      <a:r>
                        <a:rPr sz="1250" b="0" i="0"/>
                        <a:t>Executive sponsor (CRO) is a board advisor reference customer. Company has provided three customer references and participated in product advisory council.</a:t>
                      </a:r>
                    </a:p>
                    <a:p>
                      <a:pPr lvl="0" indent="152400">
                        <a:buSzTx/>
                        <a:buChar char="•"/>
                      </a:pPr>
                      <a:r>
                        <a:rPr sz="1250" b="0" i="0"/>
                        <a:t>Recent pilot of new workflow automation features exceeded expectations, reducing manual CS tasks by 40%. Full rollout planned for Q2 2025.</a:t>
                      </a:r>
                    </a:p>
                    <a:p>
                      <a:pPr lvl="0" indent="152400">
                        <a:buSzTx/>
                        <a:buChar char="•"/>
                      </a:pPr>
                      <a:r>
                        <a:rPr sz="1250" b="0" i="0"/>
                        <a:t>Q3 2025 renewal expected to include significant expansion (est. $75-100K) for automation module enterprise license plus international team onboarding.</a:t>
                      </a:r>
                    </a:p>
                    <a:p>
                      <a:r>
                        <a:rPr sz="1250" b="0" i="1"/>
                        <a:t>This vendor is a true strategic partner for us. They've invested in understanding our business and the product roadmap aligns with where we're headed. The automation pilot was eye-opening--my team is already asking when they can get full access. Renewal isn't a question; the conversation is purely about how much we're expanding.</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r>
              <a:tr h="0">
                <a:tc>
                  <a:txBody>
                    <a:bodyPr vert="horz" wrap="square"/>
                    <a:lstStyle/>
                    <a:p>
                      <a:r>
                        <a:rPr sz="1250" b="0" i="0"/>
                        <a:t>PrimeStack</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vert="horz" wrap="square"/>
                    <a:lstStyle/>
                    <a:p>
                      <a:r>
                        <a:rPr sz="1250" b="0" i="0"/>
                        <a:t>Q2 2025</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0000"/>
                    </a:solidFill>
                  </a:tcPr>
                </a:tc>
                <a:tc>
                  <a:txBody>
                    <a:bodyPr vert="horz" wrap="square"/>
                    <a:lstStyle/>
                    <a:p>
                      <a:r>
                        <a:rPr sz="1250" b="0" i="0"/>
                        <a:t>At Risk</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69B4"/>
                    </a:solidFill>
                  </a:tcPr>
                </a:tc>
                <a:tc>
                  <a:txBody>
                    <a:bodyPr vert="horz" wrap="square"/>
                    <a:lstStyle/>
                    <a:p>
                      <a:pPr lvl="0" indent="152400">
                        <a:buSzTx/>
                        <a:buChar char="•"/>
                      </a:pPr>
                      <a:r>
                        <a:rPr sz="1250" b="0" i="0"/>
                        <a:t>Mid-market account with $52K annual spend. Original use case (churn prediction) has not delivered expected results due to data quality issues on customer side.</a:t>
                      </a:r>
                    </a:p>
                    <a:p>
                      <a:pPr lvl="0" indent="152400">
                        <a:buSzTx/>
                        <a:buChar char="•"/>
                      </a:pPr>
                      <a:r>
                        <a:rPr sz="1250" b="0" i="0"/>
                        <a:t>Implementation was rushed and proper data hygiene protocols were never established. Customer blames platform for inaccurate predictions stemming from garbage-in data.</a:t>
                      </a:r>
                    </a:p>
                    <a:p>
                      <a:pPr lvl="0" indent="152400">
                        <a:buSzTx/>
                        <a:buChar char="•"/>
                      </a:pPr>
                      <a:r>
                        <a:rPr sz="1250" b="0" i="0"/>
                        <a:t>New CTO hired in Q4 2024 is conducting full vendor audit. Has expressed preference for building internal solutions vs. buying SaaS tools.</a:t>
                      </a:r>
                    </a:p>
                    <a:p>
                      <a:pPr lvl="0" indent="152400">
                        <a:buSzTx/>
                        <a:buChar char="•"/>
                      </a:pPr>
                      <a:r>
                        <a:rPr sz="1250" b="0" i="0"/>
                        <a:t>Significant churn risk unless professional services engagement can remediate data issues and demonstrate value. Proposal for health check engagement submitted.</a:t>
                      </a:r>
                    </a:p>
                    <a:p>
                      <a:r>
                        <a:rPr sz="1250" b="0" i="1"/>
                        <a:t>The predictions have been unreliable and it's eroded trust in the platform. I know part of that is our data quality, but we expected more guidance during implementation. Our new CTO is skeptical of SaaS vendors generally and is pushing for in-house alternatives. You'll need to show me a clear remediation path or this renewal is in serious jeopardy.</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r>
            </a:tbl>
          </a:graphicData>
        </a:graphic>
      </p:graphicFrame>
      <p:sp>
        <p:nvSpPr>
          <p:cNvPr id="8" name="Footer Placeholder" title=""/>
          <p:cNvSpPr txBox="1">
            <a:spLocks noGrp="1"/>
          </p:cNvSpPr>
          <p:nvPr>
            <p:ph type="ftr" sz="quarter" idx="3"/>
          </p:nvPr>
        </p:nvSpPr>
        <p:spPr/>
        <p:txBody>
          <a:bodyPr vert="horz" lIns="91440" tIns="45720" rIns="91440" bIns="45720" rtlCol="0" anchor="ctr"/>
          <a:lstStyle>
            <a:lvl1pPr algn="ctr">
              <a:defRPr sz="1200">
                <a:solidFill>
                  <a:schemeClr val="tx1">
                    <a:tint val="75000"/>
                  </a:schemeClr>
                </a:solidFill>
              </a:defRPr>
            </a:lvl1pPr>
          </a:lstStyle>
          <a:p>
            <a:r>
              <a:rPr lang="en-US"/>
              <a:t>Confidential - Customer Success Analysis</a:t>
            </a:r>
          </a:p>
        </p:txBody>
      </p:sp>
    </p:spTree>
    <p:extLst>
      <p:ext uri="{BB962C8B-B14F-4D97-AF65-F5344CB8AC3E}">
        <p14:creationId val="880686858"/>
      </p:ext>
    </p:extLst>
  </p:cSld>
  <p:clrMapOvr>
    <a:masterClrMapping/>
  </p:clrMapOvr>
  <p:transition/>
  <p:timing/>
</p:sld>
</file>

<file path=ppt/slides/slide5.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a:extLst>
            <a:ext uri="{FF2B5EF4-FFF2-40B4-BE49-F238E27FC236}">
              <a16:creationId xmlns:a16="http://schemas.microsoft.com/office/drawing/2014/main" id="{3554CA51-446F-0141-59F8-8EF1BD527CA9}"/>
            </a:ext>
          </a:extLst>
        </p:cNvPr>
        <p:cNvGrpSpPr/>
        <p:nvPr/>
      </p:nvGrpSpPr>
      <p:grpSpPr>
        <a:xfrm>
          <a:off x="0" y="0"/>
          <a:ext cx="0" cy="0"/>
        </a:xfrm>
      </p:grpSpPr>
      <p:graphicFrame>
        <p:nvGraphicFramePr>
          <p:cNvPr id="7" name="think-cell data - do not delete" hidden="1">
            <a:extLst>
              <a:ext uri="{FF2B5EF4-FFF2-40B4-BE49-F238E27FC236}">
                <a16:creationId xmlns:a16="http://schemas.microsoft.com/office/drawing/2014/main" id="{C9D0E3E2-48EE-7039-7A1D-052D557E67C3}"/>
              </a:ext>
            </a:extLst>
          </p:cNvPr>
          <p:cNvGraphicFramePr>
            <a:graphicFrameLocks noChangeAspect="1"/>
          </p:cNvGraphicFramePr>
          <p:nvPr>
            <p:custDataLst>
              <p:tags r:id="rId2"/>
            </p:custDataLst>
            <p:extLst>
              <p:ext uri="{D42A27DB-BD31-4B8C-83A1-F6EECF244321}">
                <p14:modId val="1646091294"/>
              </p:ext>
            </p:extLst>
          </p:nvPr>
        </p:nvGraphicFramePr>
        <p:xfrm>
          <a:off x="1192" y="1287066"/>
          <a:ext cx="920" cy="1191"/>
        </p:xfrm>
        <a:graphic>
          <a:graphicData uri="http://schemas.openxmlformats.org/presentationml/2006/ole">
            <mc:AlternateContent>
              <mc:Choice xmlns:v="urn:schemas-microsoft-com:vml" Requires="v">
                <p:oleObj spid="_x0000_s1055" name="think-cell Slide" r:id="rId3" imgW="7772400" imgH="10058400" progId="TCLayout.ActiveDocument.1">
                  <p:embed/>
                </p:oleObj>
              </mc:Choice>
              <mc:Fallback>
                <p:oleObj name="think-cell Slide" r:id="rId3" imgW="7772400" imgH="10058400" progId="TCLayout.ActiveDocument.1">
                  <p:embed/>
                  <p:pic>
                    <p:nvPicPr>
                      <p:cNvPr id="0" name="OLE substitute image"/>
                      <p:cNvPicPr/>
                      <p:nvPr/>
                    </p:nvPicPr>
                    <p:blipFill>
                      <a:blip r:embed="rId4"/>
                      <a:stretch>
                        <a:fillRect/>
                      </a:stretch>
                    </p:blipFill>
                    <p:spPr>
                      <a:xfrm>
                        <a:off x="1192" y="1287066"/>
                        <a:ext cx="920" cy="1191"/>
                      </a:xfrm>
                      <a:prstGeom prst="rect">
                        <a:avLst/>
                      </a:prstGeom>
                    </p:spPr>
                  </p:pic>
                </p:oleObj>
              </mc:Fallback>
            </mc:AlternateContent>
          </a:graphicData>
        </a:graphic>
      </p:graphicFrame>
      <p:sp>
        <p:nvSpPr>
          <p:cNvPr id="2" name="Slide Number Placeholder 1">
            <a:extLst>
              <a:ext uri="{FF2B5EF4-FFF2-40B4-BE49-F238E27FC236}">
                <a16:creationId xmlns:a16="http://schemas.microsoft.com/office/drawing/2014/main" id="{6567BD53-7CF9-AFB9-7EAD-C85DEF6A7056}"/>
              </a:ext>
            </a:extLst>
          </p:cNvPr>
          <p:cNvSpPr>
            <a:spLocks noGrp="1"/>
          </p:cNvSpPr>
          <p:nvPr>
            <p:ph type="sldNum" sz="quarter" idx="13"/>
          </p:nvPr>
        </p:nvSpPr>
        <p:spPr/>
        <p:txBody>
          <a:bodyPr/>
          <a:lstStyle/>
          <a:p>
            <a:fld id="{CC3D6C64-01FF-444E-AD84-E895EC95156E}" type="slidenum">
              <a:rPr lang="en-US" smtClean="0"/>
              <a:t>5</a:t>
            </a:fld>
            <a:endParaRPr lang="en-US"/>
          </a:p>
        </p:txBody>
      </p:sp>
      <p:sp>
        <p:nvSpPr>
          <p:cNvPr id="3" name="Title 2">
            <a:extLst>
              <a:ext uri="{FF2B5EF4-FFF2-40B4-BE49-F238E27FC236}">
                <a16:creationId xmlns:a16="http://schemas.microsoft.com/office/drawing/2014/main" id="{BF4BE387-C439-F54F-6D00-82D2BED9C01F}"/>
              </a:ext>
            </a:extLst>
          </p:cNvPr>
          <p:cNvSpPr>
            <a:spLocks noGrp="1"/>
          </p:cNvSpPr>
          <p:nvPr>
            <p:ph type="title"/>
          </p:nvPr>
        </p:nvSpPr>
        <p:spPr/>
        <p:txBody>
          <a:bodyPr vert="horz" rIns="91440"/>
          <a:lstStyle/>
          <a:p>
            <a:r>
              <a:rPr lang="en-US" sz="2531">
                <a:latin typeface="Century Gothic" panose="020f0302020204030204"/>
              </a:rPr>
              <a:t>Customer Advisory Board: Key Account Contacts</a:t>
            </a:r>
          </a:p>
        </p:txBody>
      </p:sp>
      <p:graphicFrame>
        <p:nvGraphicFramePr>
          <p:cNvPr id="8" name="Content Placeholder 11">
            <a:extLst>
              <a:ext uri="{FF2B5EF4-FFF2-40B4-BE49-F238E27FC236}">
                <a16:creationId xmlns:a16="http://schemas.microsoft.com/office/drawing/2014/main" id="{2B335763-D850-6BBA-B5C6-20B05B48D8F4}"/>
              </a:ext>
            </a:extLst>
          </p:cNvPr>
          <p:cNvGraphicFramePr>
            <a:graphicFrameLocks noGrp="1"/>
          </p:cNvGraphicFramePr>
          <p:nvPr>
            <p:extLst>
              <p:ext uri="{D42A27DB-BD31-4B8C-83A1-F6EECF244321}">
                <p14:modId val="4172365990"/>
              </p:ext>
            </p:extLst>
          </p:nvPr>
        </p:nvGraphicFramePr>
        <p:xfrm>
          <a:off x="628649" y="1433971"/>
          <a:ext cx="5829300" cy="8599029"/>
        </p:xfrm>
        <a:graphic>
          <a:graphicData uri="http://schemas.openxmlformats.org/drawingml/2006/table">
            <a:tbl>
              <a:tblPr firstRow="1" bandRow="1">
                <a:tableStyleId>{2D5ABB26-0587-4C30-8999-92F81FD0307C}</a:tableStyleId>
              </a:tblPr>
              <a:tblGrid>
                <a:gridCol w="1274480">
                  <a:extLst>
                    <a:ext uri="{9D8B030D-6E8A-4147-A177-3AD203B41FA5}">
                      <a16:colId xmlns:a16="http://schemas.microsoft.com/office/drawing/2014/main" val="3233064169"/>
                    </a:ext>
                  </a:extLst>
                </a:gridCol>
                <a:gridCol w="2210264">
                  <a:extLst>
                    <a:ext uri="{9D8B030D-6E8A-4147-A177-3AD203B41FA5}">
                      <a16:colId xmlns:a16="http://schemas.microsoft.com/office/drawing/2014/main" val="2991816068"/>
                    </a:ext>
                  </a:extLst>
                </a:gridCol>
                <a:gridCol w="2344556">
                  <a:extLst>
                    <a:ext uri="{9D8B030D-6E8A-4147-A177-3AD203B41FA5}">
                      <a16:colId xmlns:a16="http://schemas.microsoft.com/office/drawing/2014/main" val="2107725513"/>
                    </a:ext>
                  </a:extLst>
                </a:gridCol>
              </a:tblGrid>
              <a:tr h="320040">
                <a:tc>
                  <a:txBody>
                    <a:bodyPr vert="horz" wrap="square"/>
                    <a:lstStyle/>
                    <a:p>
                      <a:pPr algn="ctr"/>
                      <a:r>
                        <a:rPr sz="1200" b="1" i="0">
                          <a:solidFill>
                            <a:srgbClr val="FFFFFF"/>
                          </a:solidFill>
                          <a:latin typeface="Century Gothic"/>
                        </a:rPr>
                        <a:t>Company</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solidFill>
                      <a:schemeClr val="tx2">
                        <a:lumMod val="60000"/>
                        <a:lumOff val="40000"/>
                      </a:schemeClr>
                    </a:solidFill>
                  </a:tcPr>
                </a:tc>
                <a:tc>
                  <a:txBody>
                    <a:bodyPr vert="horz" wrap="square"/>
                    <a:lstStyle/>
                    <a:p>
                      <a:pPr algn="ctr"/>
                      <a:r>
                        <a:rPr sz="1200" b="1" i="0">
                          <a:solidFill>
                            <a:srgbClr val="FFFFFF"/>
                          </a:solidFill>
                          <a:latin typeface="Century Gothic"/>
                        </a:rPr>
                        <a:t>Contact</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solidFill>
                      <a:schemeClr val="tx2">
                        <a:lumMod val="60000"/>
                        <a:lumOff val="40000"/>
                      </a:schemeClr>
                    </a:solidFill>
                  </a:tcPr>
                </a:tc>
                <a:tc>
                  <a:txBody>
                    <a:bodyPr vert="horz" wrap="square"/>
                    <a:lstStyle/>
                    <a:p>
                      <a:pPr algn="ctr"/>
                      <a:r>
                        <a:rPr sz="1200" b="1" i="0">
                          <a:solidFill>
                            <a:srgbClr val="FFFFFF"/>
                          </a:solidFill>
                          <a:latin typeface="Century Gothic"/>
                        </a:rPr>
                        <a:t>Engagement Type</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solidFill>
                      <a:schemeClr val="tx2">
                        <a:lumMod val="60000"/>
                        <a:lumOff val="40000"/>
                      </a:schemeClr>
                    </a:solidFill>
                  </a:tcPr>
                </a:tc>
                <a:extLst>
                  <a:ext uri="{0D108BD9-81ED-4DB2-BD59-A6C34878D82A}">
                    <a16:rowId xmlns:a16="http://schemas.microsoft.com/office/drawing/2014/main" val="1235215397"/>
                  </a:ext>
                </a:extLst>
              </a:tr>
              <a:tr h="787410">
                <a:tc>
                  <a:txBody>
                    <a:bodyPr vert="horz" wrap="square"/>
                    <a:lstStyle/>
                    <a:p>
                      <a:endParaRPr sz="1100"/>
                    </a:p>
                  </a:txBody>
                  <a:tcPr marL="4763" marR="4763" marT="476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vert="horz" wrap="square"/>
                    <a:lstStyle/>
                    <a:p>
                      <a:pPr algn="ctr"/>
                      <a:r>
                        <a:rPr sz="1100" b="1" i="0">
                          <a:solidFill>
                            <a:srgbClr val="000000"/>
                          </a:solidFill>
                          <a:latin typeface="Century Gothic"/>
                        </a:rPr>
                        <a:t>Marcus Johnson</a:t>
                      </a:r>
                    </a:p>
                    <a:p>
                      <a:pPr algn="ctr"/>
                      <a:r>
                        <a:rPr sz="1100" b="0" i="0">
                          <a:solidFill>
                            <a:srgbClr val="000000"/>
                          </a:solidFill>
                          <a:latin typeface="Century Gothic"/>
                        </a:rPr>
                        <a:t>SVP of Customer Success</a:t>
                      </a:r>
                    </a:p>
                  </a:txBody>
                  <a:tcPr marL="0" marR="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vert="horz" wrap="square"/>
                    <a:lstStyle/>
                    <a:p>
                      <a:pPr algn="ctr"/>
                      <a:r>
                        <a:rPr sz="1100" b="0" i="0">
                          <a:solidFill>
                            <a:srgbClr val="000000"/>
                          </a:solidFill>
                          <a:latin typeface="Century Gothic"/>
                        </a:rPr>
                        <a:t>Advisory Board</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2">
                          <a:lumMod val="90000"/>
                        </a:schemeClr>
                      </a:solidFill>
                      <a:prstDash val="dash"/>
                      <a:round/>
                      <a:headEnd type="none" w="med" len="med"/>
                      <a:tailEnd type="none" w="med" len="med"/>
                    </a:lnB>
                  </a:tcPr>
                </a:tc>
                <a:extLst>
                  <a:ext uri="{0D108BD9-81ED-4DB2-BD59-A6C34878D82A}">
                    <a16:rowId xmlns:a16="http://schemas.microsoft.com/office/drawing/2014/main" val="1728180471"/>
                  </a:ext>
                </a:extLst>
              </a:tr>
              <a:tr h="787410">
                <a:tc>
                  <a:txBody>
                    <a:bodyPr vert="horz" wrap="square"/>
                    <a:lstStyle/>
                    <a:p>
                      <a:endParaRPr sz="1100"/>
                    </a:p>
                  </a:txBody>
                  <a:tcPr marL="4763" marR="4763" marT="476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vert="horz" wrap="square"/>
                    <a:lstStyle/>
                    <a:p>
                      <a:pPr algn="ctr"/>
                      <a:r>
                        <a:rPr sz="1100" b="1" i="0">
                          <a:solidFill>
                            <a:srgbClr val="000000"/>
                          </a:solidFill>
                          <a:latin typeface="Century Gothic"/>
                        </a:rPr>
                        <a:t>Priya Sharma</a:t>
                      </a:r>
                    </a:p>
                    <a:p>
                      <a:pPr algn="ctr"/>
                      <a:r>
                        <a:rPr sz="1100" b="0" i="0">
                          <a:solidFill>
                            <a:srgbClr val="000000"/>
                          </a:solidFill>
                          <a:latin typeface="Century Gothic"/>
                        </a:rPr>
                        <a:t>VP of Revenue Operations</a:t>
                      </a:r>
                    </a:p>
                  </a:txBody>
                  <a:tcPr marL="0" marR="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vert="horz" wrap="square"/>
                    <a:lstStyle/>
                    <a:p>
                      <a:pPr algn="ctr"/>
                      <a:r>
                        <a:rPr sz="1100" b="0" i="0">
                          <a:solidFill>
                            <a:srgbClr val="000000"/>
                          </a:solidFill>
                          <a:latin typeface="Century Gothic"/>
                        </a:rPr>
                        <a:t>Advisory Board + Reference</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extLst>
                  <a:ext uri="{0D108BD9-81ED-4DB2-BD59-A6C34878D82A}">
                    <a16:rowId xmlns:a16="http://schemas.microsoft.com/office/drawing/2014/main" val="2271038441"/>
                  </a:ext>
                </a:extLst>
              </a:tr>
              <a:tr h="787410">
                <a:tc>
                  <a:txBody>
                    <a:bodyPr vert="horz" wrap="square"/>
                    <a:lstStyle/>
                    <a:p>
                      <a:endParaRPr sz="1100"/>
                    </a:p>
                  </a:txBody>
                  <a:tcPr marL="4763" marR="4763" marT="476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vert="horz" wrap="square"/>
                    <a:lstStyle/>
                    <a:p>
                      <a:pPr algn="ctr"/>
                      <a:r>
                        <a:rPr sz="1100" b="1" i="0">
                          <a:solidFill>
                            <a:srgbClr val="000000"/>
                          </a:solidFill>
                          <a:latin typeface="Century Gothic"/>
                        </a:rPr>
                        <a:t>James Chen</a:t>
                      </a:r>
                    </a:p>
                    <a:p>
                      <a:pPr algn="ctr"/>
                      <a:r>
                        <a:rPr sz="1100" b="0" i="0">
                          <a:solidFill>
                            <a:srgbClr val="000000"/>
                          </a:solidFill>
                          <a:latin typeface="Century Gothic"/>
                        </a:rPr>
                        <a:t>Director of Merchant Success</a:t>
                      </a:r>
                    </a:p>
                  </a:txBody>
                  <a:tcPr marL="0" marR="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vert="horz" wrap="square"/>
                    <a:lstStyle/>
                    <a:p>
                      <a:pPr algn="ctr"/>
                      <a:r>
                        <a:rPr sz="1100" b="0" i="0">
                          <a:solidFill>
                            <a:srgbClr val="000000"/>
                          </a:solidFill>
                          <a:latin typeface="Century Gothic"/>
                        </a:rPr>
                        <a:t>Advisory Board</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extLst>
                  <a:ext uri="{0D108BD9-81ED-4DB2-BD59-A6C34878D82A}">
                    <a16:rowId xmlns:a16="http://schemas.microsoft.com/office/drawing/2014/main" val="392888363"/>
                  </a:ext>
                </a:extLst>
              </a:tr>
              <a:tr h="798596">
                <a:tc>
                  <a:txBody>
                    <a:bodyPr vert="horz" wrap="square"/>
                    <a:lstStyle/>
                    <a:p>
                      <a:pPr algn="ctr"/>
                      <a:r>
                        <a:rPr sz="1100" b="0" i="0">
                          <a:solidFill>
                            <a:srgbClr val="000000"/>
                          </a:solidFill>
                          <a:latin typeface="Century Gothic"/>
                        </a:rPr>
                        <a:t>Enterprise Tech #1</a:t>
                      </a:r>
                    </a:p>
                  </a:txBody>
                  <a:tcPr marL="4763" marR="4763" marT="476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vert="horz" wrap="square"/>
                    <a:lstStyle/>
                    <a:p>
                      <a:pPr algn="ctr"/>
                      <a:r>
                        <a:rPr sz="1100" b="1" i="0">
                          <a:solidFill>
                            <a:srgbClr val="000000"/>
                          </a:solidFill>
                          <a:latin typeface="Century Gothic"/>
                        </a:rPr>
                        <a:t>Katherine Williams</a:t>
                      </a:r>
                    </a:p>
                    <a:p>
                      <a:pPr algn="ctr"/>
                      <a:r>
                        <a:rPr sz="1100" b="0" i="0">
                          <a:solidFill>
                            <a:srgbClr val="000000"/>
                          </a:solidFill>
                          <a:latin typeface="Century Gothic"/>
                        </a:rPr>
                        <a:t>Chief Customer Officer</a:t>
                      </a:r>
                    </a:p>
                  </a:txBody>
                  <a:tcPr marL="0" marR="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vert="horz" wrap="square"/>
                    <a:lstStyle/>
                    <a:p>
                      <a:pPr algn="ctr"/>
                      <a:r>
                        <a:rPr sz="1100" b="0" i="0">
                          <a:solidFill>
                            <a:srgbClr val="000000"/>
                          </a:solidFill>
                          <a:latin typeface="Century Gothic"/>
                        </a:rPr>
                        <a:t>Advisory Board + Reference</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extLst>
                  <a:ext uri="{0D108BD9-81ED-4DB2-BD59-A6C34878D82A}">
                    <a16:rowId xmlns:a16="http://schemas.microsoft.com/office/drawing/2014/main" val="669477895"/>
                  </a:ext>
                </a:extLst>
              </a:tr>
              <a:tr h="787410">
                <a:tc>
                  <a:txBody>
                    <a:bodyPr vert="horz" wrap="square"/>
                    <a:lstStyle/>
                    <a:p>
                      <a:endParaRPr sz="1100"/>
                    </a:p>
                  </a:txBody>
                  <a:tcPr marL="4763" marR="4763" marT="476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vert="horz" wrap="square"/>
                    <a:lstStyle/>
                    <a:p>
                      <a:pPr algn="ctr"/>
                      <a:r>
                        <a:rPr sz="1100" b="1" i="0">
                          <a:solidFill>
                            <a:srgbClr val="000000"/>
                          </a:solidFill>
                          <a:latin typeface="Century Gothic"/>
                        </a:rPr>
                        <a:t>David Park</a:t>
                      </a:r>
                    </a:p>
                    <a:p>
                      <a:pPr algn="ctr"/>
                      <a:r>
                        <a:rPr sz="1100" b="0" i="0">
                          <a:solidFill>
                            <a:srgbClr val="000000"/>
                          </a:solidFill>
                          <a:latin typeface="Century Gothic"/>
                        </a:rPr>
                        <a:t>Head of Customer Programs</a:t>
                      </a:r>
                    </a:p>
                  </a:txBody>
                  <a:tcPr marL="0" marR="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vert="horz" wrap="square"/>
                    <a:lstStyle/>
                    <a:p>
                      <a:pPr algn="ctr"/>
                      <a:r>
                        <a:rPr sz="1100" b="0" i="0">
                          <a:solidFill>
                            <a:srgbClr val="000000"/>
                          </a:solidFill>
                          <a:latin typeface="Century Gothic"/>
                        </a:rPr>
                        <a:t>Advisory Board</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extLst>
                  <a:ext uri="{0D108BD9-81ED-4DB2-BD59-A6C34878D82A}">
                    <a16:rowId xmlns:a16="http://schemas.microsoft.com/office/drawing/2014/main" val="439919305"/>
                  </a:ext>
                </a:extLst>
              </a:tr>
              <a:tr h="787410">
                <a:tc>
                  <a:txBody>
                    <a:bodyPr vert="horz" wrap="square"/>
                    <a:lstStyle/>
                    <a:p>
                      <a:endParaRPr sz="1100"/>
                    </a:p>
                  </a:txBody>
                  <a:tcPr marL="4763" marR="4763" marT="476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vert="horz" wrap="square"/>
                    <a:lstStyle/>
                    <a:p>
                      <a:pPr algn="ctr"/>
                      <a:r>
                        <a:rPr sz="1100" b="1" i="0">
                          <a:solidFill>
                            <a:srgbClr val="000000"/>
                          </a:solidFill>
                          <a:latin typeface="Century Gothic"/>
                        </a:rPr>
                        <a:t>Maria Rodriguez</a:t>
                      </a:r>
                    </a:p>
                    <a:p>
                      <a:pPr algn="ctr"/>
                      <a:r>
                        <a:rPr sz="1100" b="0" i="0">
                          <a:solidFill>
                            <a:srgbClr val="000000"/>
                          </a:solidFill>
                          <a:latin typeface="Century Gothic"/>
                        </a:rPr>
                        <a:t>VP of Customer Experience</a:t>
                      </a:r>
                    </a:p>
                  </a:txBody>
                  <a:tcPr marL="0" marR="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vert="horz" wrap="square"/>
                    <a:lstStyle/>
                    <a:p>
                      <a:pPr algn="ctr"/>
                      <a:r>
                        <a:rPr sz="1100" b="0" i="0">
                          <a:solidFill>
                            <a:srgbClr val="000000"/>
                          </a:solidFill>
                          <a:latin typeface="Century Gothic"/>
                        </a:rPr>
                        <a:t>Advisory Board + Reference</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extLst>
                  <a:ext uri="{0D108BD9-81ED-4DB2-BD59-A6C34878D82A}">
                    <a16:rowId xmlns:a16="http://schemas.microsoft.com/office/drawing/2014/main" val="1759924521"/>
                  </a:ext>
                </a:extLst>
              </a:tr>
              <a:tr h="787410">
                <a:tc>
                  <a:txBody>
                    <a:bodyPr vert="horz" wrap="square"/>
                    <a:lstStyle/>
                    <a:p>
                      <a:endParaRPr sz="1100"/>
                    </a:p>
                  </a:txBody>
                  <a:tcPr marL="4763" marR="4763" marT="476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vert="horz" wrap="square"/>
                    <a:lstStyle/>
                    <a:p>
                      <a:pPr algn="ctr"/>
                      <a:r>
                        <a:rPr sz="1100" b="1" i="0">
                          <a:solidFill>
                            <a:srgbClr val="000000"/>
                          </a:solidFill>
                          <a:latin typeface="Century Gothic"/>
                        </a:rPr>
                        <a:t>Thomas O'Brien</a:t>
                      </a:r>
                    </a:p>
                    <a:p>
                      <a:pPr algn="ctr"/>
                      <a:r>
                        <a:rPr sz="1100" b="0" i="0">
                          <a:solidFill>
                            <a:srgbClr val="000000"/>
                          </a:solidFill>
                          <a:latin typeface="Century Gothic"/>
                        </a:rPr>
                        <a:t>Director of Success Operations</a:t>
                      </a:r>
                    </a:p>
                  </a:txBody>
                  <a:tcPr marL="0" marR="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vert="horz" wrap="square"/>
                    <a:lstStyle/>
                    <a:p>
                      <a:pPr algn="ctr"/>
                      <a:r>
                        <a:rPr sz="1100" b="0" i="0">
                          <a:solidFill>
                            <a:srgbClr val="000000"/>
                          </a:solidFill>
                          <a:latin typeface="Century Gothic"/>
                        </a:rPr>
                        <a:t>Advisory Board</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extLst>
                  <a:ext uri="{0D108BD9-81ED-4DB2-BD59-A6C34878D82A}">
                    <a16:rowId xmlns:a16="http://schemas.microsoft.com/office/drawing/2014/main" val="3855471653"/>
                  </a:ext>
                </a:extLst>
              </a:tr>
              <a:tr h="1181115">
                <a:tc>
                  <a:txBody>
                    <a:bodyPr vert="horz" wrap="square"/>
                    <a:lstStyle/>
                    <a:p>
                      <a:endParaRPr sz="1100"/>
                    </a:p>
                  </a:txBody>
                  <a:tcPr marL="4763" marR="4763" marT="476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vert="horz" wrap="square"/>
                    <a:lstStyle/>
                    <a:p>
                      <a:pPr algn="ctr"/>
                      <a:r>
                        <a:rPr sz="1100" b="1" i="0">
                          <a:solidFill>
                            <a:srgbClr val="000000"/>
                          </a:solidFill>
                          <a:latin typeface="Century Gothic"/>
                        </a:rPr>
                        <a:t>Lisa Nakamura</a:t>
                      </a:r>
                    </a:p>
                    <a:p>
                      <a:pPr algn="ctr"/>
                      <a:r>
                        <a:rPr sz="1100" b="0" i="0">
                          <a:solidFill>
                            <a:srgbClr val="000000"/>
                          </a:solidFill>
                          <a:latin typeface="Century Gothic"/>
                        </a:rPr>
                        <a:t>SVP of Global Customer Success</a:t>
                      </a:r>
                    </a:p>
                  </a:txBody>
                  <a:tcPr marL="0" marR="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vert="horz" wrap="square"/>
                    <a:lstStyle/>
                    <a:p>
                      <a:pPr algn="ctr"/>
                      <a:r>
                        <a:rPr sz="1100" b="0" i="0">
                          <a:solidFill>
                            <a:srgbClr val="000000"/>
                          </a:solidFill>
                          <a:latin typeface="Century Gothic"/>
                        </a:rPr>
                        <a:t>Advisory Board + Reference</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extLst>
                  <a:ext uri="{0D108BD9-81ED-4DB2-BD59-A6C34878D82A}">
                    <a16:rowId xmlns:a16="http://schemas.microsoft.com/office/drawing/2014/main" val="2148943137"/>
                  </a:ext>
                </a:extLst>
              </a:tr>
              <a:tr h="787410">
                <a:tc>
                  <a:txBody>
                    <a:bodyPr vert="horz" wrap="square"/>
                    <a:lstStyle/>
                    <a:p>
                      <a:endParaRPr sz="1100"/>
                    </a:p>
                  </a:txBody>
                  <a:tcPr marL="4763" marR="4763" marT="476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noFill/>
                  </a:tcPr>
                </a:tc>
                <a:tc>
                  <a:txBody>
                    <a:bodyPr vert="horz" wrap="square"/>
                    <a:lstStyle/>
                    <a:p>
                      <a:pPr algn="ctr"/>
                      <a:r>
                        <a:rPr sz="1100" b="1" i="0">
                          <a:solidFill>
                            <a:srgbClr val="000000"/>
                          </a:solidFill>
                          <a:latin typeface="Century Gothic"/>
                        </a:rPr>
                        <a:t>Robert Singh</a:t>
                      </a:r>
                    </a:p>
                    <a:p>
                      <a:pPr algn="ctr"/>
                      <a:r>
                        <a:rPr sz="1100" b="0" i="0">
                          <a:solidFill>
                            <a:srgbClr val="000000"/>
                          </a:solidFill>
                          <a:latin typeface="Century Gothic"/>
                        </a:rPr>
                        <a:t>VP of Enterprise Accounts</a:t>
                      </a:r>
                    </a:p>
                  </a:txBody>
                  <a:tcPr marL="0" marR="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noFill/>
                  </a:tcPr>
                </a:tc>
                <a:tc>
                  <a:txBody>
                    <a:bodyPr vert="horz" wrap="square"/>
                    <a:lstStyle/>
                    <a:p>
                      <a:pPr algn="ctr"/>
                      <a:r>
                        <a:rPr sz="1100" b="0" i="0">
                          <a:solidFill>
                            <a:srgbClr val="000000"/>
                          </a:solidFill>
                          <a:latin typeface="Century Gothic"/>
                        </a:rPr>
                        <a:t>Advisory Board</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noFill/>
                  </a:tcPr>
                </a:tc>
              </a:tr>
              <a:tr h="787410">
                <a:tc>
                  <a:txBody>
                    <a:bodyPr vert="horz" wrap="square"/>
                    <a:lstStyle/>
                    <a:p>
                      <a:endParaRPr sz="1100"/>
                    </a:p>
                  </a:txBody>
                  <a:tcPr marL="4763" marR="4763" marT="476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noFill/>
                  </a:tcPr>
                </a:tc>
                <a:tc>
                  <a:txBody>
                    <a:bodyPr vert="horz" wrap="square"/>
                    <a:lstStyle/>
                    <a:p>
                      <a:pPr algn="ctr"/>
                      <a:r>
                        <a:rPr sz="1100" b="1" i="0">
                          <a:solidFill>
                            <a:srgbClr val="000000"/>
                          </a:solidFill>
                          <a:latin typeface="Century Gothic"/>
                        </a:rPr>
                        <a:t>Jennifer Liu</a:t>
                      </a:r>
                    </a:p>
                    <a:p>
                      <a:pPr algn="ctr"/>
                      <a:r>
                        <a:rPr sz="1100" b="0" i="0">
                          <a:solidFill>
                            <a:srgbClr val="000000"/>
                          </a:solidFill>
                          <a:latin typeface="Century Gothic"/>
                        </a:rPr>
                        <a:t>Head of Customer Retention</a:t>
                      </a:r>
                    </a:p>
                  </a:txBody>
                  <a:tcPr marL="0" marR="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noFill/>
                  </a:tcPr>
                </a:tc>
                <a:tc>
                  <a:txBody>
                    <a:bodyPr vert="horz" wrap="square"/>
                    <a:lstStyle/>
                    <a:p>
                      <a:pPr algn="ctr"/>
                      <a:r>
                        <a:rPr sz="1100" b="0" i="0">
                          <a:solidFill>
                            <a:srgbClr val="000000"/>
                          </a:solidFill>
                          <a:latin typeface="Century Gothic"/>
                        </a:rPr>
                        <a:t>Advisory Board + Reference</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noFill/>
                  </a:tcPr>
                </a:tc>
              </a:tr>
            </a:tbl>
          </a:graphicData>
        </a:graphic>
      </p:graphicFrame>
      <p:graphicFrame>
        <p:nvGraphicFramePr>
          <p:cNvPr id="9" name="Content Placeholder 11">
            <a:extLst>
              <a:ext uri="{FF2B5EF4-FFF2-40B4-BE49-F238E27FC236}">
                <a16:creationId xmlns:a16="http://schemas.microsoft.com/office/drawing/2014/main" id="{8C5B6CE0-246A-472C-B631-5024360F67E9}"/>
              </a:ext>
            </a:extLst>
          </p:cNvPr>
          <p:cNvGraphicFramePr>
            <a:graphicFrameLocks noGrp="1"/>
          </p:cNvGraphicFramePr>
          <p:nvPr>
            <p:extLst>
              <p:ext uri="{D42A27DB-BD31-4B8C-83A1-F6EECF244321}">
                <p14:modId val="3353466126"/>
              </p:ext>
            </p:extLst>
          </p:nvPr>
        </p:nvGraphicFramePr>
        <p:xfrm>
          <a:off x="6629399" y="1433971"/>
          <a:ext cx="5829301" cy="8599029"/>
        </p:xfrm>
        <a:graphic>
          <a:graphicData uri="http://schemas.openxmlformats.org/drawingml/2006/table">
            <a:tbl>
              <a:tblPr firstRow="1" bandRow="1">
                <a:tableStyleId>{2D5ABB26-0587-4C30-8999-92F81FD0307C}</a:tableStyleId>
              </a:tblPr>
              <a:tblGrid>
                <a:gridCol w="1386757">
                  <a:extLst>
                    <a:ext uri="{9D8B030D-6E8A-4147-A177-3AD203B41FA5}">
                      <a16:colId xmlns:a16="http://schemas.microsoft.com/office/drawing/2014/main" val="3233064169"/>
                    </a:ext>
                  </a:extLst>
                </a:gridCol>
                <a:gridCol w="2097988">
                  <a:extLst>
                    <a:ext uri="{9D8B030D-6E8A-4147-A177-3AD203B41FA5}">
                      <a16:colId xmlns:a16="http://schemas.microsoft.com/office/drawing/2014/main" val="2991816068"/>
                    </a:ext>
                  </a:extLst>
                </a:gridCol>
                <a:gridCol w="2344556">
                  <a:extLst>
                    <a:ext uri="{9D8B030D-6E8A-4147-A177-3AD203B41FA5}">
                      <a16:colId xmlns:a16="http://schemas.microsoft.com/office/drawing/2014/main" val="2107725513"/>
                    </a:ext>
                  </a:extLst>
                </a:gridCol>
              </a:tblGrid>
              <a:tr h="320040">
                <a:tc>
                  <a:txBody>
                    <a:bodyPr vert="horz" wrap="square"/>
                    <a:lstStyle/>
                    <a:p>
                      <a:pPr algn="ctr"/>
                      <a:r>
                        <a:rPr sz="1200" b="1" i="0">
                          <a:solidFill>
                            <a:srgbClr val="FFFFFF"/>
                          </a:solidFill>
                          <a:latin typeface="Century Gothic"/>
                        </a:rPr>
                        <a:t>Company</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solidFill>
                      <a:schemeClr val="tx2">
                        <a:lumMod val="60000"/>
                        <a:lumOff val="40000"/>
                      </a:schemeClr>
                    </a:solidFill>
                  </a:tcPr>
                </a:tc>
                <a:tc>
                  <a:txBody>
                    <a:bodyPr vert="horz" wrap="square"/>
                    <a:lstStyle/>
                    <a:p>
                      <a:pPr algn="ctr"/>
                      <a:r>
                        <a:rPr sz="1200" b="1" i="0">
                          <a:solidFill>
                            <a:srgbClr val="FFFFFF"/>
                          </a:solidFill>
                          <a:latin typeface="Century Gothic"/>
                        </a:rPr>
                        <a:t>Contact</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solidFill>
                      <a:schemeClr val="tx2">
                        <a:lumMod val="60000"/>
                        <a:lumOff val="40000"/>
                      </a:schemeClr>
                    </a:solidFill>
                  </a:tcPr>
                </a:tc>
                <a:tc>
                  <a:txBody>
                    <a:bodyPr vert="horz" wrap="square"/>
                    <a:lstStyle/>
                    <a:p>
                      <a:pPr algn="ctr"/>
                      <a:r>
                        <a:rPr sz="1200" b="1" i="0">
                          <a:solidFill>
                            <a:srgbClr val="FFFFFF"/>
                          </a:solidFill>
                          <a:latin typeface="Century Gothic"/>
                        </a:rPr>
                        <a:t>Engagement Type</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solidFill>
                      <a:schemeClr val="tx2">
                        <a:lumMod val="60000"/>
                        <a:lumOff val="40000"/>
                      </a:schemeClr>
                    </a:solidFill>
                  </a:tcPr>
                </a:tc>
                <a:extLst>
                  <a:ext uri="{0D108BD9-81ED-4DB2-BD59-A6C34878D82A}">
                    <a16:rowId xmlns:a16="http://schemas.microsoft.com/office/drawing/2014/main" val="1235215397"/>
                  </a:ext>
                </a:extLst>
              </a:tr>
              <a:tr h="787410">
                <a:tc>
                  <a:txBody>
                    <a:bodyPr vert="horz" wrap="square"/>
                    <a:lstStyle/>
                    <a:p>
                      <a:endParaRPr sz="1100"/>
                    </a:p>
                  </a:txBody>
                  <a:tcPr marL="4763" marR="4763" marT="476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vert="horz" wrap="square"/>
                    <a:lstStyle/>
                    <a:p>
                      <a:pPr algn="ctr"/>
                      <a:r>
                        <a:rPr sz="1100" b="1" i="0">
                          <a:solidFill>
                            <a:srgbClr val="000000"/>
                          </a:solidFill>
                          <a:latin typeface="Century Gothic"/>
                        </a:rPr>
                        <a:t>Andrew Mitchell</a:t>
                      </a:r>
                    </a:p>
                    <a:p>
                      <a:pPr algn="ctr"/>
                      <a:r>
                        <a:rPr sz="1100" b="0" i="0">
                          <a:solidFill>
                            <a:srgbClr val="000000"/>
                          </a:solidFill>
                          <a:latin typeface="Century Gothic"/>
                        </a:rPr>
                        <a:t>VP of Customer Growth</a:t>
                      </a:r>
                    </a:p>
                  </a:txBody>
                  <a:tcPr marL="0" marR="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vert="horz" wrap="square"/>
                    <a:lstStyle/>
                    <a:p>
                      <a:pPr algn="ctr"/>
                      <a:r>
                        <a:rPr sz="1100" b="0" i="0">
                          <a:solidFill>
                            <a:srgbClr val="000000"/>
                          </a:solidFill>
                          <a:latin typeface="Century Gothic"/>
                        </a:rPr>
                        <a:t>Advisory Board</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2">
                          <a:lumMod val="90000"/>
                        </a:schemeClr>
                      </a:solidFill>
                      <a:prstDash val="dash"/>
                      <a:round/>
                      <a:headEnd type="none" w="med" len="med"/>
                      <a:tailEnd type="none" w="med" len="med"/>
                    </a:lnB>
                  </a:tcPr>
                </a:tc>
                <a:extLst>
                  <a:ext uri="{0D108BD9-81ED-4DB2-BD59-A6C34878D82A}">
                    <a16:rowId xmlns:a16="http://schemas.microsoft.com/office/drawing/2014/main" val="1728180471"/>
                  </a:ext>
                </a:extLst>
              </a:tr>
              <a:tr h="787410">
                <a:tc>
                  <a:txBody>
                    <a:bodyPr vert="horz" wrap="square"/>
                    <a:lstStyle/>
                    <a:p>
                      <a:endParaRPr sz="1100"/>
                    </a:p>
                  </a:txBody>
                  <a:tcPr marL="4763" marR="4763" marT="476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vert="horz" wrap="square"/>
                    <a:lstStyle/>
                    <a:p>
                      <a:pPr algn="ctr"/>
                      <a:r>
                        <a:rPr sz="1100" b="1" i="0">
                          <a:solidFill>
                            <a:srgbClr val="000000"/>
                          </a:solidFill>
                          <a:latin typeface="Century Gothic"/>
                        </a:rPr>
                        <a:t>Sarah Thompson</a:t>
                      </a:r>
                    </a:p>
                    <a:p>
                      <a:pPr algn="ctr"/>
                      <a:r>
                        <a:rPr sz="1100" b="0" i="0">
                          <a:solidFill>
                            <a:srgbClr val="000000"/>
                          </a:solidFill>
                          <a:latin typeface="Century Gothic"/>
                        </a:rPr>
                        <a:t>Director of Customer Success</a:t>
                      </a:r>
                    </a:p>
                  </a:txBody>
                  <a:tcPr marL="0" marR="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vert="horz" wrap="square"/>
                    <a:lstStyle/>
                    <a:p>
                      <a:pPr algn="ctr"/>
                      <a:r>
                        <a:rPr sz="1100" b="0" i="0">
                          <a:solidFill>
                            <a:srgbClr val="000000"/>
                          </a:solidFill>
                          <a:latin typeface="Century Gothic"/>
                        </a:rPr>
                        <a:t>Advisory Board + Reference</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extLst>
                  <a:ext uri="{0D108BD9-81ED-4DB2-BD59-A6C34878D82A}">
                    <a16:rowId xmlns:a16="http://schemas.microsoft.com/office/drawing/2014/main" val="2271038441"/>
                  </a:ext>
                </a:extLst>
              </a:tr>
              <a:tr h="787410">
                <a:tc>
                  <a:txBody>
                    <a:bodyPr vert="horz" wrap="square"/>
                    <a:lstStyle/>
                    <a:p>
                      <a:endParaRPr sz="1100"/>
                    </a:p>
                  </a:txBody>
                  <a:tcPr marL="4763" marR="4763" marT="476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vert="horz" wrap="square"/>
                    <a:lstStyle/>
                    <a:p>
                      <a:pPr algn="ctr"/>
                      <a:r>
                        <a:rPr sz="1100" b="1" i="0">
                          <a:solidFill>
                            <a:srgbClr val="000000"/>
                          </a:solidFill>
                          <a:latin typeface="Century Gothic"/>
                        </a:rPr>
                        <a:t>Michael Chang</a:t>
                      </a:r>
                    </a:p>
                    <a:p>
                      <a:pPr algn="ctr"/>
                      <a:r>
                        <a:rPr sz="1100" b="0" i="0">
                          <a:solidFill>
                            <a:srgbClr val="000000"/>
                          </a:solidFill>
                          <a:latin typeface="Century Gothic"/>
                        </a:rPr>
                        <a:t>Head of Enterprise Success</a:t>
                      </a:r>
                    </a:p>
                  </a:txBody>
                  <a:tcPr marL="0" marR="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vert="horz" wrap="square"/>
                    <a:lstStyle/>
                    <a:p>
                      <a:pPr algn="ctr"/>
                      <a:r>
                        <a:rPr sz="1100" b="0" i="0">
                          <a:solidFill>
                            <a:srgbClr val="000000"/>
                          </a:solidFill>
                          <a:latin typeface="Century Gothic"/>
                        </a:rPr>
                        <a:t>Advisory Board</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extLst>
                  <a:ext uri="{0D108BD9-81ED-4DB2-BD59-A6C34878D82A}">
                    <a16:rowId xmlns:a16="http://schemas.microsoft.com/office/drawing/2014/main" val="392888363"/>
                  </a:ext>
                </a:extLst>
              </a:tr>
              <a:tr h="798596">
                <a:tc>
                  <a:txBody>
                    <a:bodyPr vert="horz" wrap="square"/>
                    <a:lstStyle/>
                    <a:p>
                      <a:pPr algn="ctr"/>
                      <a:r>
                        <a:rPr sz="1100" b="0" i="0">
                          <a:solidFill>
                            <a:srgbClr val="000000"/>
                          </a:solidFill>
                          <a:latin typeface="Century Gothic"/>
                        </a:rPr>
                        <a:t>Financial Services #1</a:t>
                      </a:r>
                    </a:p>
                  </a:txBody>
                  <a:tcPr marL="4763" marR="4763" marT="476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vert="horz" wrap="square"/>
                    <a:lstStyle/>
                    <a:p>
                      <a:pPr algn="ctr"/>
                      <a:r>
                        <a:rPr sz="1100" b="1" i="0">
                          <a:solidFill>
                            <a:srgbClr val="000000"/>
                          </a:solidFill>
                          <a:latin typeface="Century Gothic"/>
                        </a:rPr>
                        <a:t>Elizabeth Warren</a:t>
                      </a:r>
                    </a:p>
                    <a:p>
                      <a:pPr algn="ctr"/>
                      <a:r>
                        <a:rPr sz="1100" b="0" i="0">
                          <a:solidFill>
                            <a:srgbClr val="000000"/>
                          </a:solidFill>
                          <a:latin typeface="Century Gothic"/>
                        </a:rPr>
                        <a:t>SVP of Client Relations</a:t>
                      </a:r>
                    </a:p>
                  </a:txBody>
                  <a:tcPr marL="0" marR="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vert="horz" wrap="square"/>
                    <a:lstStyle/>
                    <a:p>
                      <a:pPr algn="ctr"/>
                      <a:r>
                        <a:rPr sz="1100" b="0" i="0">
                          <a:solidFill>
                            <a:srgbClr val="000000"/>
                          </a:solidFill>
                          <a:latin typeface="Century Gothic"/>
                        </a:rPr>
                        <a:t>Advisory Board + Reference</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extLst>
                  <a:ext uri="{0D108BD9-81ED-4DB2-BD59-A6C34878D82A}">
                    <a16:rowId xmlns:a16="http://schemas.microsoft.com/office/drawing/2014/main" val="669477895"/>
                  </a:ext>
                </a:extLst>
              </a:tr>
              <a:tr h="787410">
                <a:tc>
                  <a:txBody>
                    <a:bodyPr vert="horz" wrap="square"/>
                    <a:lstStyle/>
                    <a:p>
                      <a:endParaRPr sz="1100"/>
                    </a:p>
                  </a:txBody>
                  <a:tcPr marL="4763" marR="4763" marT="476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vert="horz" wrap="square"/>
                    <a:lstStyle/>
                    <a:p>
                      <a:pPr algn="ctr"/>
                      <a:r>
                        <a:rPr sz="1100" b="1" i="0">
                          <a:solidFill>
                            <a:srgbClr val="000000"/>
                          </a:solidFill>
                          <a:latin typeface="Century Gothic"/>
                        </a:rPr>
                        <a:t>Ryan Patel</a:t>
                      </a:r>
                    </a:p>
                    <a:p>
                      <a:pPr algn="ctr"/>
                      <a:r>
                        <a:rPr sz="1100" b="0" i="0">
                          <a:solidFill>
                            <a:srgbClr val="000000"/>
                          </a:solidFill>
                          <a:latin typeface="Century Gothic"/>
                        </a:rPr>
                        <a:t>Director of Revenue Operations</a:t>
                      </a:r>
                    </a:p>
                  </a:txBody>
                  <a:tcPr marL="0" marR="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vert="horz" wrap="square"/>
                    <a:lstStyle/>
                    <a:p>
                      <a:pPr algn="ctr"/>
                      <a:r>
                        <a:rPr sz="1100" b="0" i="0">
                          <a:solidFill>
                            <a:srgbClr val="000000"/>
                          </a:solidFill>
                          <a:latin typeface="Century Gothic"/>
                        </a:rPr>
                        <a:t>Advisory Board</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extLst>
                  <a:ext uri="{0D108BD9-81ED-4DB2-BD59-A6C34878D82A}">
                    <a16:rowId xmlns:a16="http://schemas.microsoft.com/office/drawing/2014/main" val="439919305"/>
                  </a:ext>
                </a:extLst>
              </a:tr>
              <a:tr h="787410">
                <a:tc>
                  <a:txBody>
                    <a:bodyPr vert="horz" wrap="square"/>
                    <a:lstStyle/>
                    <a:p>
                      <a:endParaRPr sz="1100"/>
                    </a:p>
                  </a:txBody>
                  <a:tcPr marL="4763" marR="4763" marT="476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vert="horz" wrap="square"/>
                    <a:lstStyle/>
                    <a:p>
                      <a:pPr algn="ctr"/>
                      <a:r>
                        <a:rPr sz="1100" b="1" i="0">
                          <a:solidFill>
                            <a:srgbClr val="000000"/>
                          </a:solidFill>
                          <a:latin typeface="Century Gothic"/>
                        </a:rPr>
                        <a:t>Amanda Foster</a:t>
                      </a:r>
                    </a:p>
                    <a:p>
                      <a:pPr algn="ctr"/>
                      <a:r>
                        <a:rPr sz="1100" b="0" i="0">
                          <a:solidFill>
                            <a:srgbClr val="000000"/>
                          </a:solidFill>
                          <a:latin typeface="Century Gothic"/>
                        </a:rPr>
                        <a:t>VP of Customer Experience</a:t>
                      </a:r>
                    </a:p>
                  </a:txBody>
                  <a:tcPr marL="0" marR="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vert="horz" wrap="square"/>
                    <a:lstStyle/>
                    <a:p>
                      <a:pPr algn="ctr"/>
                      <a:r>
                        <a:rPr sz="1100" b="0" i="0">
                          <a:solidFill>
                            <a:srgbClr val="000000"/>
                          </a:solidFill>
                          <a:latin typeface="Century Gothic"/>
                        </a:rPr>
                        <a:t>Advisory Board + Reference</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extLst>
                  <a:ext uri="{0D108BD9-81ED-4DB2-BD59-A6C34878D82A}">
                    <a16:rowId xmlns:a16="http://schemas.microsoft.com/office/drawing/2014/main" val="1759924521"/>
                  </a:ext>
                </a:extLst>
              </a:tr>
              <a:tr h="787410">
                <a:tc>
                  <a:txBody>
                    <a:bodyPr vert="horz" wrap="square"/>
                    <a:lstStyle/>
                    <a:p>
                      <a:endParaRPr sz="1100"/>
                    </a:p>
                  </a:txBody>
                  <a:tcPr marL="4763" marR="4763" marT="476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vert="horz" wrap="square"/>
                    <a:lstStyle/>
                    <a:p>
                      <a:pPr algn="ctr"/>
                      <a:r>
                        <a:rPr sz="1100" b="1" i="0">
                          <a:solidFill>
                            <a:srgbClr val="000000"/>
                          </a:solidFill>
                          <a:latin typeface="Century Gothic"/>
                        </a:rPr>
                        <a:t>Christopher Lee</a:t>
                      </a:r>
                    </a:p>
                    <a:p>
                      <a:pPr algn="ctr"/>
                      <a:r>
                        <a:rPr sz="1100" b="0" i="0">
                          <a:solidFill>
                            <a:srgbClr val="000000"/>
                          </a:solidFill>
                          <a:latin typeface="Century Gothic"/>
                        </a:rPr>
                        <a:t>Head of Global CS Operations</a:t>
                      </a:r>
                    </a:p>
                  </a:txBody>
                  <a:tcPr marL="0" marR="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vert="horz" wrap="square"/>
                    <a:lstStyle/>
                    <a:p>
                      <a:pPr algn="ctr"/>
                      <a:r>
                        <a:rPr sz="1100" b="0" i="0">
                          <a:solidFill>
                            <a:srgbClr val="000000"/>
                          </a:solidFill>
                          <a:latin typeface="Century Gothic"/>
                        </a:rPr>
                        <a:t>Advisory Board</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extLst>
                  <a:ext uri="{0D108BD9-81ED-4DB2-BD59-A6C34878D82A}">
                    <a16:rowId xmlns:a16="http://schemas.microsoft.com/office/drawing/2014/main" val="3855471653"/>
                  </a:ext>
                </a:extLst>
              </a:tr>
              <a:tr h="1181115">
                <a:tc>
                  <a:txBody>
                    <a:bodyPr vert="horz" wrap="square"/>
                    <a:lstStyle/>
                    <a:p>
                      <a:endParaRPr sz="1100"/>
                    </a:p>
                  </a:txBody>
                  <a:tcPr marL="4763" marR="4763" marT="476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vert="horz" wrap="square"/>
                    <a:lstStyle/>
                    <a:p>
                      <a:pPr algn="ctr"/>
                      <a:r>
                        <a:rPr sz="1100" b="1" i="0">
                          <a:solidFill>
                            <a:srgbClr val="000000"/>
                          </a:solidFill>
                          <a:latin typeface="Century Gothic"/>
                        </a:rPr>
                        <a:t>Nicole Martinez</a:t>
                      </a:r>
                    </a:p>
                    <a:p>
                      <a:pPr algn="ctr"/>
                      <a:r>
                        <a:rPr sz="1100" b="0" i="0">
                          <a:solidFill>
                            <a:srgbClr val="000000"/>
                          </a:solidFill>
                          <a:latin typeface="Century Gothic"/>
                        </a:rPr>
                        <a:t>SVP of Customer Success</a:t>
                      </a:r>
                    </a:p>
                  </a:txBody>
                  <a:tcPr marL="0" marR="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vert="horz" wrap="square"/>
                    <a:lstStyle/>
                    <a:p>
                      <a:pPr algn="ctr"/>
                      <a:r>
                        <a:rPr sz="1100" b="0" i="0">
                          <a:solidFill>
                            <a:srgbClr val="000000"/>
                          </a:solidFill>
                          <a:latin typeface="Century Gothic"/>
                        </a:rPr>
                        <a:t>Advisory Board + Reference</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extLst>
                  <a:ext uri="{0D108BD9-81ED-4DB2-BD59-A6C34878D82A}">
                    <a16:rowId xmlns:a16="http://schemas.microsoft.com/office/drawing/2014/main" val="2224500661"/>
                  </a:ext>
                </a:extLst>
              </a:tr>
              <a:tr h="787410">
                <a:tc>
                  <a:txBody>
                    <a:bodyPr vert="horz" wrap="square"/>
                    <a:lstStyle/>
                    <a:p>
                      <a:endParaRPr sz="1100"/>
                    </a:p>
                  </a:txBody>
                  <a:tcPr marL="4763" marR="4763" marT="476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noFill/>
                  </a:tcPr>
                </a:tc>
                <a:tc>
                  <a:txBody>
                    <a:bodyPr vert="horz" wrap="square"/>
                    <a:lstStyle/>
                    <a:p>
                      <a:pPr algn="ctr"/>
                      <a:r>
                        <a:rPr sz="1100" b="1" i="0">
                          <a:solidFill>
                            <a:srgbClr val="000000"/>
                          </a:solidFill>
                          <a:latin typeface="Century Gothic"/>
                        </a:rPr>
                        <a:t>Daniel Kim</a:t>
                      </a:r>
                    </a:p>
                    <a:p>
                      <a:pPr algn="ctr"/>
                      <a:r>
                        <a:rPr sz="1100" b="0" i="0">
                          <a:solidFill>
                            <a:srgbClr val="000000"/>
                          </a:solidFill>
                          <a:latin typeface="Century Gothic"/>
                        </a:rPr>
                        <a:t>Director of Strategic Accounts</a:t>
                      </a:r>
                    </a:p>
                  </a:txBody>
                  <a:tcPr marL="0" marR="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noFill/>
                  </a:tcPr>
                </a:tc>
                <a:tc>
                  <a:txBody>
                    <a:bodyPr vert="horz" wrap="square"/>
                    <a:lstStyle/>
                    <a:p>
                      <a:pPr algn="ctr"/>
                      <a:r>
                        <a:rPr sz="1100" b="0" i="0">
                          <a:solidFill>
                            <a:srgbClr val="000000"/>
                          </a:solidFill>
                          <a:latin typeface="Century Gothic"/>
                        </a:rPr>
                        <a:t>Advisory Board</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noFill/>
                  </a:tcPr>
                </a:tc>
              </a:tr>
              <a:tr h="787410">
                <a:tc>
                  <a:txBody>
                    <a:bodyPr vert="horz" wrap="square"/>
                    <a:lstStyle/>
                    <a:p>
                      <a:endParaRPr sz="1100"/>
                    </a:p>
                  </a:txBody>
                  <a:tcPr marL="4763" marR="4763" marT="476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noFill/>
                  </a:tcPr>
                </a:tc>
                <a:tc>
                  <a:txBody>
                    <a:bodyPr vert="horz" wrap="square"/>
                    <a:lstStyle/>
                    <a:p>
                      <a:pPr algn="ctr"/>
                      <a:r>
                        <a:rPr sz="1100" b="1" i="0">
                          <a:solidFill>
                            <a:srgbClr val="000000"/>
                          </a:solidFill>
                          <a:latin typeface="Century Gothic"/>
                        </a:rPr>
                        <a:t>Rachel Green</a:t>
                      </a:r>
                    </a:p>
                    <a:p>
                      <a:pPr algn="ctr"/>
                      <a:r>
                        <a:rPr sz="1100" b="0" i="0">
                          <a:solidFill>
                            <a:srgbClr val="000000"/>
                          </a:solidFill>
                          <a:latin typeface="Century Gothic"/>
                        </a:rPr>
                        <a:t>VP of Partner Success</a:t>
                      </a:r>
                    </a:p>
                  </a:txBody>
                  <a:tcPr marL="0" marR="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noFill/>
                  </a:tcPr>
                </a:tc>
                <a:tc>
                  <a:txBody>
                    <a:bodyPr vert="horz" wrap="square"/>
                    <a:lstStyle/>
                    <a:p>
                      <a:pPr algn="ctr"/>
                      <a:r>
                        <a:rPr sz="1100" b="0" i="0">
                          <a:solidFill>
                            <a:srgbClr val="000000"/>
                          </a:solidFill>
                          <a:latin typeface="Century Gothic"/>
                        </a:rPr>
                        <a:t>Advisory Board + Reference</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noFill/>
                  </a:tcPr>
                </a:tc>
              </a:tr>
            </a:tbl>
          </a:graphicData>
        </a:graphic>
      </p:graphicFrame>
      <p:pic>
        <p:nvPicPr>
          <p:cNvPr id="10" name="New picture" title=""/>
          <p:cNvPicPr/>
          <p:nvPr/>
        </p:nvPicPr>
        <p:blipFill>
          <a:blip r:embed="rId5"/>
          <a:stretch>
            <a:fillRect/>
          </a:stretch>
        </p:blipFill>
        <p:spPr>
          <a:xfrm>
            <a:off x="935684" y="1817511"/>
            <a:ext cx="660410" cy="660410"/>
          </a:xfrm>
          <a:prstGeom prst="rect">
            <a:avLst/>
          </a:prstGeom>
        </p:spPr>
      </p:pic>
      <p:pic>
        <p:nvPicPr>
          <p:cNvPr id="11" name="New picture" title=""/>
          <p:cNvPicPr/>
          <p:nvPr/>
        </p:nvPicPr>
        <p:blipFill>
          <a:blip r:embed="rId6"/>
          <a:stretch>
            <a:fillRect/>
          </a:stretch>
        </p:blipFill>
        <p:spPr>
          <a:xfrm>
            <a:off x="935684" y="2604921"/>
            <a:ext cx="660410" cy="660410"/>
          </a:xfrm>
          <a:prstGeom prst="rect">
            <a:avLst/>
          </a:prstGeom>
        </p:spPr>
      </p:pic>
      <p:pic>
        <p:nvPicPr>
          <p:cNvPr id="12" name="New picture" title=""/>
          <p:cNvPicPr/>
          <p:nvPr/>
        </p:nvPicPr>
        <p:blipFill>
          <a:blip r:embed="rId7"/>
          <a:stretch>
            <a:fillRect/>
          </a:stretch>
        </p:blipFill>
        <p:spPr>
          <a:xfrm>
            <a:off x="935684" y="3392331"/>
            <a:ext cx="660410" cy="660410"/>
          </a:xfrm>
          <a:prstGeom prst="rect">
            <a:avLst/>
          </a:prstGeom>
        </p:spPr>
      </p:pic>
      <p:pic>
        <p:nvPicPr>
          <p:cNvPr id="13" name="New picture" title=""/>
          <p:cNvPicPr/>
          <p:nvPr/>
        </p:nvPicPr>
        <p:blipFill>
          <a:blip r:embed="rId8"/>
          <a:stretch>
            <a:fillRect/>
          </a:stretch>
        </p:blipFill>
        <p:spPr>
          <a:xfrm>
            <a:off x="935684" y="4978337"/>
            <a:ext cx="660410" cy="660410"/>
          </a:xfrm>
          <a:prstGeom prst="rect">
            <a:avLst/>
          </a:prstGeom>
        </p:spPr>
      </p:pic>
      <p:pic>
        <p:nvPicPr>
          <p:cNvPr id="14" name="New picture" title=""/>
          <p:cNvPicPr/>
          <p:nvPr/>
        </p:nvPicPr>
        <p:blipFill>
          <a:blip r:embed="rId9"/>
          <a:stretch>
            <a:fillRect/>
          </a:stretch>
        </p:blipFill>
        <p:spPr>
          <a:xfrm>
            <a:off x="935684" y="5765747"/>
            <a:ext cx="660410" cy="660410"/>
          </a:xfrm>
          <a:prstGeom prst="rect">
            <a:avLst/>
          </a:prstGeom>
        </p:spPr>
      </p:pic>
      <p:pic>
        <p:nvPicPr>
          <p:cNvPr id="15" name="New picture" title=""/>
          <p:cNvPicPr/>
          <p:nvPr/>
        </p:nvPicPr>
        <p:blipFill>
          <a:blip r:embed="rId10"/>
          <a:stretch>
            <a:fillRect/>
          </a:stretch>
        </p:blipFill>
        <p:spPr>
          <a:xfrm>
            <a:off x="935684" y="6553157"/>
            <a:ext cx="660410" cy="660410"/>
          </a:xfrm>
          <a:prstGeom prst="rect">
            <a:avLst/>
          </a:prstGeom>
        </p:spPr>
      </p:pic>
      <p:pic>
        <p:nvPicPr>
          <p:cNvPr id="16" name="New picture" title=""/>
          <p:cNvPicPr/>
          <p:nvPr/>
        </p:nvPicPr>
        <p:blipFill>
          <a:blip r:embed="rId11"/>
          <a:stretch>
            <a:fillRect/>
          </a:stretch>
        </p:blipFill>
        <p:spPr>
          <a:xfrm>
            <a:off x="738832" y="7340566"/>
            <a:ext cx="1054115" cy="1054115"/>
          </a:xfrm>
          <a:prstGeom prst="rect">
            <a:avLst/>
          </a:prstGeom>
        </p:spPr>
      </p:pic>
      <p:pic>
        <p:nvPicPr>
          <p:cNvPr id="17" name="New picture" title=""/>
          <p:cNvPicPr/>
          <p:nvPr/>
        </p:nvPicPr>
        <p:blipFill>
          <a:blip r:embed="rId12"/>
          <a:stretch>
            <a:fillRect/>
          </a:stretch>
        </p:blipFill>
        <p:spPr>
          <a:xfrm>
            <a:off x="935684" y="8521681"/>
            <a:ext cx="660410" cy="660410"/>
          </a:xfrm>
          <a:prstGeom prst="rect">
            <a:avLst/>
          </a:prstGeom>
        </p:spPr>
      </p:pic>
      <p:pic>
        <p:nvPicPr>
          <p:cNvPr id="18" name="New picture" title=""/>
          <p:cNvPicPr/>
          <p:nvPr/>
        </p:nvPicPr>
        <p:blipFill>
          <a:blip r:embed="rId13"/>
          <a:stretch>
            <a:fillRect/>
          </a:stretch>
        </p:blipFill>
        <p:spPr>
          <a:xfrm>
            <a:off x="935684" y="9309091"/>
            <a:ext cx="660410" cy="660410"/>
          </a:xfrm>
          <a:prstGeom prst="rect">
            <a:avLst/>
          </a:prstGeom>
        </p:spPr>
      </p:pic>
      <p:pic>
        <p:nvPicPr>
          <p:cNvPr id="19" name="New picture" title=""/>
          <p:cNvPicPr/>
          <p:nvPr/>
        </p:nvPicPr>
        <p:blipFill>
          <a:blip r:embed="rId14"/>
          <a:stretch>
            <a:fillRect/>
          </a:stretch>
        </p:blipFill>
        <p:spPr>
          <a:xfrm>
            <a:off x="6992573" y="1817511"/>
            <a:ext cx="660410" cy="660410"/>
          </a:xfrm>
          <a:prstGeom prst="rect">
            <a:avLst/>
          </a:prstGeom>
        </p:spPr>
      </p:pic>
      <p:pic>
        <p:nvPicPr>
          <p:cNvPr id="20" name="New picture" title=""/>
          <p:cNvPicPr/>
          <p:nvPr/>
        </p:nvPicPr>
        <p:blipFill>
          <a:blip r:embed="rId15"/>
          <a:stretch>
            <a:fillRect/>
          </a:stretch>
        </p:blipFill>
        <p:spPr>
          <a:xfrm>
            <a:off x="6992573" y="2604921"/>
            <a:ext cx="660410" cy="660410"/>
          </a:xfrm>
          <a:prstGeom prst="rect">
            <a:avLst/>
          </a:prstGeom>
        </p:spPr>
      </p:pic>
      <p:pic>
        <p:nvPicPr>
          <p:cNvPr id="21" name="New picture" title=""/>
          <p:cNvPicPr/>
          <p:nvPr/>
        </p:nvPicPr>
        <p:blipFill>
          <a:blip r:embed="rId16"/>
          <a:stretch>
            <a:fillRect/>
          </a:stretch>
        </p:blipFill>
        <p:spPr>
          <a:xfrm>
            <a:off x="6992573" y="3392331"/>
            <a:ext cx="660410" cy="660410"/>
          </a:xfrm>
          <a:prstGeom prst="rect">
            <a:avLst/>
          </a:prstGeom>
        </p:spPr>
      </p:pic>
      <p:pic>
        <p:nvPicPr>
          <p:cNvPr id="22" name="New picture" title=""/>
          <p:cNvPicPr/>
          <p:nvPr/>
        </p:nvPicPr>
        <p:blipFill>
          <a:blip r:embed="rId17"/>
          <a:stretch>
            <a:fillRect/>
          </a:stretch>
        </p:blipFill>
        <p:spPr>
          <a:xfrm>
            <a:off x="6992573" y="4978337"/>
            <a:ext cx="660410" cy="660410"/>
          </a:xfrm>
          <a:prstGeom prst="rect">
            <a:avLst/>
          </a:prstGeom>
        </p:spPr>
      </p:pic>
      <p:pic>
        <p:nvPicPr>
          <p:cNvPr id="23" name="New picture" title=""/>
          <p:cNvPicPr/>
          <p:nvPr/>
        </p:nvPicPr>
        <p:blipFill>
          <a:blip r:embed="rId18"/>
          <a:stretch>
            <a:fillRect/>
          </a:stretch>
        </p:blipFill>
        <p:spPr>
          <a:xfrm>
            <a:off x="6992573" y="5765747"/>
            <a:ext cx="660410" cy="660410"/>
          </a:xfrm>
          <a:prstGeom prst="rect">
            <a:avLst/>
          </a:prstGeom>
        </p:spPr>
      </p:pic>
      <p:pic>
        <p:nvPicPr>
          <p:cNvPr id="24" name="New picture" title=""/>
          <p:cNvPicPr/>
          <p:nvPr/>
        </p:nvPicPr>
        <p:blipFill>
          <a:blip r:embed="rId19"/>
          <a:stretch>
            <a:fillRect/>
          </a:stretch>
        </p:blipFill>
        <p:spPr>
          <a:xfrm>
            <a:off x="6992573" y="6553157"/>
            <a:ext cx="660410" cy="660410"/>
          </a:xfrm>
          <a:prstGeom prst="rect">
            <a:avLst/>
          </a:prstGeom>
        </p:spPr>
      </p:pic>
      <p:pic>
        <p:nvPicPr>
          <p:cNvPr id="25" name="New picture" title=""/>
          <p:cNvPicPr/>
          <p:nvPr/>
        </p:nvPicPr>
        <p:blipFill>
          <a:blip r:embed="rId20"/>
          <a:stretch>
            <a:fillRect/>
          </a:stretch>
        </p:blipFill>
        <p:spPr>
          <a:xfrm>
            <a:off x="6795720" y="7340566"/>
            <a:ext cx="1054115" cy="1054115"/>
          </a:xfrm>
          <a:prstGeom prst="rect">
            <a:avLst/>
          </a:prstGeom>
        </p:spPr>
      </p:pic>
      <p:pic>
        <p:nvPicPr>
          <p:cNvPr id="26" name="New picture" title=""/>
          <p:cNvPicPr/>
          <p:nvPr/>
        </p:nvPicPr>
        <p:blipFill>
          <a:blip r:embed="rId21"/>
          <a:stretch>
            <a:fillRect/>
          </a:stretch>
        </p:blipFill>
        <p:spPr>
          <a:xfrm>
            <a:off x="6992573" y="8521681"/>
            <a:ext cx="660410" cy="660410"/>
          </a:xfrm>
          <a:prstGeom prst="rect">
            <a:avLst/>
          </a:prstGeom>
        </p:spPr>
      </p:pic>
      <p:pic>
        <p:nvPicPr>
          <p:cNvPr id="27" name="New picture" title=""/>
          <p:cNvPicPr/>
          <p:nvPr/>
        </p:nvPicPr>
        <p:blipFill>
          <a:blip r:embed="rId22"/>
          <a:stretch>
            <a:fillRect/>
          </a:stretch>
        </p:blipFill>
        <p:spPr>
          <a:xfrm>
            <a:off x="6992573" y="9309091"/>
            <a:ext cx="660410" cy="660410"/>
          </a:xfrm>
          <a:prstGeom prst="rect">
            <a:avLst/>
          </a:prstGeom>
        </p:spPr>
      </p:pic>
      <p:sp>
        <p:nvSpPr>
          <p:cNvPr id="28" name="Footer Placeholder" title=""/>
          <p:cNvSpPr txBox="1">
            <a:spLocks noGrp="1"/>
          </p:cNvSpPr>
          <p:nvPr>
            <p:ph type="ftr" sz="quarter" idx="3"/>
          </p:nvPr>
        </p:nvSpPr>
        <p:spPr/>
        <p:txBody>
          <a:bodyPr vert="horz" lIns="91440" tIns="45720" rIns="91440" bIns="45720" rtlCol="0" anchor="ctr"/>
          <a:lstStyle>
            <a:lvl1pPr algn="ctr">
              <a:defRPr sz="1200">
                <a:solidFill>
                  <a:schemeClr val="tx1">
                    <a:tint val="75000"/>
                  </a:schemeClr>
                </a:solidFill>
              </a:defRPr>
            </a:lvl1pPr>
          </a:lstStyle>
          <a:p>
            <a:r>
              <a:rPr lang="en-US"/>
              <a:t>Confidential - Customer Success Analysis</a:t>
            </a:r>
          </a:p>
        </p:txBody>
      </p:sp>
    </p:spTree>
    <p:extLst>
      <p:ext uri="{BB962C8B-B14F-4D97-AF65-F5344CB8AC3E}">
        <p14:creationId val="2501872855"/>
      </p:ext>
    </p:extLst>
  </p:cSld>
  <p:clrMapOvr>
    <a:masterClrMapping/>
  </p:clrMapOvr>
  <p:transition/>
  <p:timing/>
</p:sld>
</file>

<file path=ppt/slides/slide6.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Slide Number Placeholder 1">
            <a:extLst>
              <a:ext uri="{FF2B5EF4-FFF2-40B4-BE49-F238E27FC236}">
                <a16:creationId xmlns:a16="http://schemas.microsoft.com/office/drawing/2014/main" id="{2A0BB726-9530-74D6-E72E-4B87789241A5}"/>
              </a:ext>
            </a:extLst>
          </p:cNvPr>
          <p:cNvSpPr>
            <a:spLocks noGrp="1"/>
          </p:cNvSpPr>
          <p:nvPr>
            <p:ph type="sldNum" sz="quarter" idx="13"/>
          </p:nvPr>
        </p:nvSpPr>
        <p:spPr/>
        <p:txBody>
          <a:bodyPr/>
          <a:lstStyle/>
          <a:p>
            <a:fld id="{CC3D6C64-01FF-444E-AD84-E895EC95156E}" type="slidenum">
              <a:rPr lang="en-US" smtClean="0"/>
              <a:t>6</a:t>
            </a:fld>
            <a:endParaRPr lang="en-US"/>
          </a:p>
        </p:txBody>
      </p:sp>
      <p:sp>
        <p:nvSpPr>
          <p:cNvPr id="3" name="Title 2">
            <a:extLst>
              <a:ext uri="{FF2B5EF4-FFF2-40B4-BE49-F238E27FC236}">
                <a16:creationId xmlns:a16="http://schemas.microsoft.com/office/drawing/2014/main" id="{FA391A09-4C16-807F-1B16-5E4C463D2D52}"/>
              </a:ext>
            </a:extLst>
          </p:cNvPr>
          <p:cNvSpPr>
            <a:spLocks noGrp="1"/>
          </p:cNvSpPr>
          <p:nvPr>
            <p:ph type="title"/>
          </p:nvPr>
        </p:nvSpPr>
        <p:spPr/>
        <p:txBody>
          <a:bodyPr/>
          <a:lstStyle/>
          <a:p>
            <a:r>
              <a:rPr lang="en-US" sz="2531">
                <a:latin typeface="Century Gothic" panose="020f0302020204030204"/>
              </a:rPr>
              <a:t>ZoomInfo Copilot: Customer Awareness &amp; Consideration</a:t>
            </a:r>
            <a:endParaRPr lang="en-US"/>
          </a:p>
        </p:txBody>
      </p:sp>
      <p:sp>
        <p:nvSpPr>
          <p:cNvPr id="15" name="Rectangle 14">
            <a:extLst>
              <a:ext uri="{FF2B5EF4-FFF2-40B4-BE49-F238E27FC236}">
                <a16:creationId xmlns:a16="http://schemas.microsoft.com/office/drawing/2014/main" id="{EDC3E377-692D-50F3-88D9-3EA8BB658C32}"/>
              </a:ext>
            </a:extLst>
          </p:cNvPr>
          <p:cNvSpPr txBox="1"/>
          <p:nvPr/>
        </p:nvSpPr>
        <p:spPr>
          <a:xfrm>
            <a:off x="628649" y="1422400"/>
            <a:ext cx="5763986" cy="459486"/>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lvl1pPr marL="0" algn="l" defTabSz="914400" rtl="0" eaLnBrk="1" latinLnBrk="0" hangingPunct="1">
              <a:defRPr sz="1800" kern="1200">
                <a:solidFill>
                  <a:srgbClr val="FFFFFF"/>
                </a:solidFill>
                <a:latin typeface="Century Gothic" panose="020f0302020204030204"/>
                <a:ea typeface="+mn-ea"/>
                <a:cs typeface="+mn-cs"/>
              </a:defRPr>
            </a:lvl1pPr>
            <a:lvl2pPr marL="457200" algn="l" defTabSz="914400" rtl="0" eaLnBrk="1" latinLnBrk="0" hangingPunct="1">
              <a:defRPr sz="1800" kern="1200">
                <a:solidFill>
                  <a:srgbClr val="FFFFFF"/>
                </a:solidFill>
                <a:latin typeface="Century Gothic" panose="020f0302020204030204"/>
                <a:ea typeface="+mn-ea"/>
                <a:cs typeface="+mn-cs"/>
              </a:defRPr>
            </a:lvl2pPr>
            <a:lvl3pPr marL="914400" algn="l" defTabSz="914400" rtl="0" eaLnBrk="1" latinLnBrk="0" hangingPunct="1">
              <a:defRPr sz="1800" kern="1200">
                <a:solidFill>
                  <a:srgbClr val="FFFFFF"/>
                </a:solidFill>
                <a:latin typeface="Century Gothic" panose="020f0302020204030204"/>
                <a:ea typeface="+mn-ea"/>
                <a:cs typeface="+mn-cs"/>
              </a:defRPr>
            </a:lvl3pPr>
            <a:lvl4pPr marL="1371600" algn="l" defTabSz="914400" rtl="0" eaLnBrk="1" latinLnBrk="0" hangingPunct="1">
              <a:defRPr sz="1800" kern="1200">
                <a:solidFill>
                  <a:srgbClr val="FFFFFF"/>
                </a:solidFill>
                <a:latin typeface="Century Gothic" panose="020f0302020204030204"/>
                <a:ea typeface="+mn-ea"/>
                <a:cs typeface="+mn-cs"/>
              </a:defRPr>
            </a:lvl4pPr>
            <a:lvl5pPr marL="1828800" algn="l" defTabSz="914400" rtl="0" eaLnBrk="1" latinLnBrk="0" hangingPunct="1">
              <a:defRPr sz="1800" kern="1200">
                <a:solidFill>
                  <a:srgbClr val="FFFFFF"/>
                </a:solidFill>
                <a:latin typeface="Century Gothic" panose="020f0302020204030204"/>
                <a:ea typeface="+mn-ea"/>
                <a:cs typeface="+mn-cs"/>
              </a:defRPr>
            </a:lvl5pPr>
            <a:lvl6pPr marL="2286000" algn="l" defTabSz="914400" rtl="0" eaLnBrk="1" latinLnBrk="0" hangingPunct="1">
              <a:defRPr sz="1800" kern="1200">
                <a:solidFill>
                  <a:srgbClr val="FFFFFF"/>
                </a:solidFill>
                <a:latin typeface="Century Gothic" panose="020f0302020204030204"/>
                <a:ea typeface="+mn-ea"/>
                <a:cs typeface="+mn-cs"/>
              </a:defRPr>
            </a:lvl6pPr>
            <a:lvl7pPr marL="2743200" algn="l" defTabSz="914400" rtl="0" eaLnBrk="1" latinLnBrk="0" hangingPunct="1">
              <a:defRPr sz="1800" kern="1200">
                <a:solidFill>
                  <a:srgbClr val="FFFFFF"/>
                </a:solidFill>
                <a:latin typeface="Century Gothic" panose="020f0302020204030204"/>
                <a:ea typeface="+mn-ea"/>
                <a:cs typeface="+mn-cs"/>
              </a:defRPr>
            </a:lvl7pPr>
            <a:lvl8pPr marL="3200400" algn="l" defTabSz="914400" rtl="0" eaLnBrk="1" latinLnBrk="0" hangingPunct="1">
              <a:defRPr sz="1800" kern="1200">
                <a:solidFill>
                  <a:srgbClr val="FFFFFF"/>
                </a:solidFill>
                <a:latin typeface="Century Gothic" panose="020f0302020204030204"/>
                <a:ea typeface="+mn-ea"/>
                <a:cs typeface="+mn-cs"/>
              </a:defRPr>
            </a:lvl8pPr>
            <a:lvl9pPr marL="3657600" algn="l" defTabSz="914400" rtl="0" eaLnBrk="1" latinLnBrk="0" hangingPunct="1">
              <a:defRPr sz="1800" kern="1200">
                <a:solidFill>
                  <a:srgbClr val="FFFFFF"/>
                </a:solidFill>
                <a:latin typeface="Century Gothic" panose="020f0302020204030204"/>
                <a:ea typeface="+mn-ea"/>
                <a:cs typeface="+mn-cs"/>
              </a:defRPr>
            </a:lvl9pPr>
          </a:lstStyle>
          <a:p>
            <a:pPr algn="ctr"/>
            <a:r>
              <a:rPr lang="en-US" sz="1500" b="1">
                <a:solidFill>
                  <a:schemeClr val="tx1"/>
                </a:solidFill>
              </a:rPr>
              <a:t>Consideration Status by Renewal Cohort</a:t>
            </a:r>
          </a:p>
        </p:txBody>
      </p:sp>
      <p:sp>
        <p:nvSpPr>
          <p:cNvPr id="17" name="Rectangle 16">
            <a:extLst>
              <a:ext uri="{FF2B5EF4-FFF2-40B4-BE49-F238E27FC236}">
                <a16:creationId xmlns:a16="http://schemas.microsoft.com/office/drawing/2014/main" id="{48169D73-46B4-C357-0B94-91EDD922FE2F}"/>
              </a:ext>
            </a:extLst>
          </p:cNvPr>
          <p:cNvSpPr txBox="1"/>
          <p:nvPr/>
        </p:nvSpPr>
        <p:spPr>
          <a:xfrm>
            <a:off x="6694713" y="1422400"/>
            <a:ext cx="5763986" cy="459486"/>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lvl1pPr marL="0" algn="l" defTabSz="914400" rtl="0" eaLnBrk="1" latinLnBrk="0" hangingPunct="1">
              <a:defRPr sz="1800" kern="1200">
                <a:solidFill>
                  <a:srgbClr val="FFFFFF"/>
                </a:solidFill>
                <a:latin typeface="Century Gothic" panose="020f0302020204030204"/>
                <a:ea typeface="+mn-ea"/>
                <a:cs typeface="+mn-cs"/>
              </a:defRPr>
            </a:lvl1pPr>
            <a:lvl2pPr marL="457200" algn="l" defTabSz="914400" rtl="0" eaLnBrk="1" latinLnBrk="0" hangingPunct="1">
              <a:defRPr sz="1800" kern="1200">
                <a:solidFill>
                  <a:srgbClr val="FFFFFF"/>
                </a:solidFill>
                <a:latin typeface="Century Gothic" panose="020f0302020204030204"/>
                <a:ea typeface="+mn-ea"/>
                <a:cs typeface="+mn-cs"/>
              </a:defRPr>
            </a:lvl2pPr>
            <a:lvl3pPr marL="914400" algn="l" defTabSz="914400" rtl="0" eaLnBrk="1" latinLnBrk="0" hangingPunct="1">
              <a:defRPr sz="1800" kern="1200">
                <a:solidFill>
                  <a:srgbClr val="FFFFFF"/>
                </a:solidFill>
                <a:latin typeface="Century Gothic" panose="020f0302020204030204"/>
                <a:ea typeface="+mn-ea"/>
                <a:cs typeface="+mn-cs"/>
              </a:defRPr>
            </a:lvl3pPr>
            <a:lvl4pPr marL="1371600" algn="l" defTabSz="914400" rtl="0" eaLnBrk="1" latinLnBrk="0" hangingPunct="1">
              <a:defRPr sz="1800" kern="1200">
                <a:solidFill>
                  <a:srgbClr val="FFFFFF"/>
                </a:solidFill>
                <a:latin typeface="Century Gothic" panose="020f0302020204030204"/>
                <a:ea typeface="+mn-ea"/>
                <a:cs typeface="+mn-cs"/>
              </a:defRPr>
            </a:lvl4pPr>
            <a:lvl5pPr marL="1828800" algn="l" defTabSz="914400" rtl="0" eaLnBrk="1" latinLnBrk="0" hangingPunct="1">
              <a:defRPr sz="1800" kern="1200">
                <a:solidFill>
                  <a:srgbClr val="FFFFFF"/>
                </a:solidFill>
                <a:latin typeface="Century Gothic" panose="020f0302020204030204"/>
                <a:ea typeface="+mn-ea"/>
                <a:cs typeface="+mn-cs"/>
              </a:defRPr>
            </a:lvl5pPr>
            <a:lvl6pPr marL="2286000" algn="l" defTabSz="914400" rtl="0" eaLnBrk="1" latinLnBrk="0" hangingPunct="1">
              <a:defRPr sz="1800" kern="1200">
                <a:solidFill>
                  <a:srgbClr val="FFFFFF"/>
                </a:solidFill>
                <a:latin typeface="Century Gothic" panose="020f0302020204030204"/>
                <a:ea typeface="+mn-ea"/>
                <a:cs typeface="+mn-cs"/>
              </a:defRPr>
            </a:lvl6pPr>
            <a:lvl7pPr marL="2743200" algn="l" defTabSz="914400" rtl="0" eaLnBrk="1" latinLnBrk="0" hangingPunct="1">
              <a:defRPr sz="1800" kern="1200">
                <a:solidFill>
                  <a:srgbClr val="FFFFFF"/>
                </a:solidFill>
                <a:latin typeface="Century Gothic" panose="020f0302020204030204"/>
                <a:ea typeface="+mn-ea"/>
                <a:cs typeface="+mn-cs"/>
              </a:defRPr>
            </a:lvl7pPr>
            <a:lvl8pPr marL="3200400" algn="l" defTabSz="914400" rtl="0" eaLnBrk="1" latinLnBrk="0" hangingPunct="1">
              <a:defRPr sz="1800" kern="1200">
                <a:solidFill>
                  <a:srgbClr val="FFFFFF"/>
                </a:solidFill>
                <a:latin typeface="Century Gothic" panose="020f0302020204030204"/>
                <a:ea typeface="+mn-ea"/>
                <a:cs typeface="+mn-cs"/>
              </a:defRPr>
            </a:lvl8pPr>
            <a:lvl9pPr marL="3657600" algn="l" defTabSz="914400" rtl="0" eaLnBrk="1" latinLnBrk="0" hangingPunct="1">
              <a:defRPr sz="1800" kern="1200">
                <a:solidFill>
                  <a:srgbClr val="FFFFFF"/>
                </a:solidFill>
                <a:latin typeface="Century Gothic" panose="020f0302020204030204"/>
                <a:ea typeface="+mn-ea"/>
                <a:cs typeface="+mn-cs"/>
              </a:defRPr>
            </a:lvl9pPr>
          </a:lstStyle>
          <a:p>
            <a:pPr algn="ctr"/>
            <a:r>
              <a:rPr lang="en-US" sz="1500" b="1">
                <a:solidFill>
                  <a:schemeClr val="tx1"/>
                </a:solidFill>
              </a:rPr>
              <a:t>Customer Feedback Highlights</a:t>
            </a:r>
          </a:p>
        </p:txBody>
      </p:sp>
      <p:sp>
        <p:nvSpPr>
          <p:cNvPr id="19" name="TextBox 18">
            <a:extLst>
              <a:ext uri="{FF2B5EF4-FFF2-40B4-BE49-F238E27FC236}">
                <a16:creationId xmlns:a16="http://schemas.microsoft.com/office/drawing/2014/main" id="{395F7DF0-84F4-EE66-11FD-95492AB3A6A2}"/>
              </a:ext>
            </a:extLst>
          </p:cNvPr>
          <p:cNvSpPr txBox="1"/>
          <p:nvPr/>
        </p:nvSpPr>
        <p:spPr>
          <a:xfrm>
            <a:off x="234615" y="9552659"/>
            <a:ext cx="12224084" cy="251460"/>
          </a:xfrm>
          <a:prstGeom prst="rect">
            <a:avLst/>
          </a:prstGeom>
          <a:noFill/>
        </p:spPr>
        <p:txBody>
          <a:bodyPr wrap="square" rtlCol="0">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225"/>
              </a:spcAft>
            </a:pPr>
            <a:r>
              <a:rPr lang="en-US" sz="1050" i="1"/>
              <a:t>Source: Customer Survey Q4 2024, n=29</a:t>
            </a:r>
          </a:p>
        </p:txBody>
      </p:sp>
      <p:graphicFrame>
        <p:nvGraphicFramePr>
          <p:cNvPr id="20" name="Table 19">
            <a:extLst>
              <a:ext uri="{FF2B5EF4-FFF2-40B4-BE49-F238E27FC236}">
                <a16:creationId xmlns:a16="http://schemas.microsoft.com/office/drawing/2014/main" id="{7C54799B-F53D-65B5-2240-1C5B8FB67152}"/>
              </a:ext>
            </a:extLst>
          </p:cNvPr>
          <p:cNvGraphicFramePr>
            <a:graphicFrameLocks noGrp="1"/>
          </p:cNvGraphicFramePr>
          <p:nvPr>
            <p:extLst>
              <p:ext uri="{D42A27DB-BD31-4B8C-83A1-F6EECF244321}">
                <p14:modId val="976276518"/>
              </p:ext>
            </p:extLst>
          </p:nvPr>
        </p:nvGraphicFramePr>
        <p:xfrm>
          <a:off x="6694715" y="2006600"/>
          <a:ext cx="5763985" cy="7025642"/>
        </p:xfrm>
        <a:graphic>
          <a:graphicData uri="http://schemas.openxmlformats.org/drawingml/2006/table">
            <a:tbl>
              <a:tblPr firstRow="1" bandRow="1">
                <a:tableStyleId>{2D5ABB26-0587-4C30-8999-92F81FD0307C}</a:tableStyleId>
              </a:tblPr>
              <a:tblGrid>
                <a:gridCol w="1310640">
                  <a:extLst>
                    <a:ext uri="{9D8B030D-6E8A-4147-A177-3AD203B41FA5}">
                      <a16:colId xmlns:a16="http://schemas.microsoft.com/office/drawing/2014/main" val="112112727"/>
                    </a:ext>
                  </a:extLst>
                </a:gridCol>
                <a:gridCol w="2171700">
                  <a:extLst>
                    <a:ext uri="{9D8B030D-6E8A-4147-A177-3AD203B41FA5}">
                      <a16:colId xmlns:a16="http://schemas.microsoft.com/office/drawing/2014/main" val="3654832102"/>
                    </a:ext>
                  </a:extLst>
                </a:gridCol>
                <a:gridCol w="2281645">
                  <a:extLst>
                    <a:ext uri="{9D8B030D-6E8A-4147-A177-3AD203B41FA5}">
                      <a16:colId xmlns:a16="http://schemas.microsoft.com/office/drawing/2014/main" val="558999386"/>
                    </a:ext>
                  </a:extLst>
                </a:gridCol>
              </a:tblGrid>
              <a:tr h="495300">
                <a:tc>
                  <a:txBody>
                    <a:bodyPr vert="horz" wrap="square"/>
                    <a:lstStyle/>
                    <a:p>
                      <a:pPr algn="ctr"/>
                      <a:r>
                        <a:rPr sz="1200" b="1" i="0">
                          <a:solidFill>
                            <a:srgbClr val="000000"/>
                          </a:solidFill>
                          <a:latin typeface="Century Gothic"/>
                        </a:rPr>
                        <a:t>Customer</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DDDDD"/>
                    </a:solidFill>
                  </a:tcPr>
                </a:tc>
                <a:tc>
                  <a:txBody>
                    <a:bodyPr vert="horz" wrap="square"/>
                    <a:lstStyle/>
                    <a:p>
                      <a:pPr algn="ctr"/>
                      <a:r>
                        <a:rPr sz="1200" b="1" i="0">
                          <a:solidFill>
                            <a:srgbClr val="000000"/>
                          </a:solidFill>
                          <a:latin typeface="Century Gothic"/>
                        </a:rPr>
                        <a:t>Consideration / Awareness</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DDDDDD"/>
                    </a:solidFill>
                  </a:tcPr>
                </a:tc>
                <a:tc>
                  <a:txBody>
                    <a:bodyPr vert="horz" wrap="square"/>
                    <a:lstStyle/>
                    <a:p>
                      <a:pPr algn="ctr"/>
                      <a:r>
                        <a:rPr sz="1200" b="1" i="0">
                          <a:solidFill>
                            <a:srgbClr val="000000"/>
                          </a:solidFill>
                          <a:latin typeface="Century Gothic"/>
                        </a:rPr>
                        <a:t>Commentary</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DDDDD"/>
                    </a:solidFill>
                  </a:tcPr>
                </a:tc>
                <a:extLst>
                  <a:ext uri="{0D108BD9-81ED-4DB2-BD59-A6C34878D82A}">
                    <a16:rowId xmlns:a16="http://schemas.microsoft.com/office/drawing/2014/main" val="921561556"/>
                  </a:ext>
                </a:extLst>
              </a:tr>
              <a:tr h="1841500">
                <a:tc>
                  <a:txBody>
                    <a:bodyPr vert="horz" wrap="square"/>
                    <a:lstStyle/>
                    <a:p>
                      <a:pPr algn="ctr"/>
                      <a:r>
                        <a:rPr sz="800" b="0" i="0">
                          <a:solidFill>
                            <a:srgbClr val="000000"/>
                          </a:solidFill>
                          <a:latin typeface="Century Gothic"/>
                        </a:rPr>
                        <a:t>Software Co.
($3B Market Cap)</a:t>
                      </a:r>
                    </a:p>
                  </a:txBody>
                  <a:tcPr marL="68580" marR="68580" marT="68580" marB="68580" anchor="ctr">
                    <a:lnL w="28575"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19050" cap="flat" cmpd="sng" algn="ctr">
                      <a:solidFill>
                        <a:schemeClr val="bg2">
                          <a:lumMod val="90000"/>
                        </a:schemeClr>
                      </a:solidFill>
                      <a:prstDash val="dash"/>
                      <a:round/>
                      <a:headEnd type="none" w="med" len="med"/>
                      <a:tailEnd type="none" w="med" len="med"/>
                    </a:lnB>
                  </a:tcPr>
                </a:tc>
                <a:tc>
                  <a:txBody>
                    <a:bodyPr vert="horz" wrap="square"/>
                    <a:lstStyle/>
                    <a:p>
                      <a:pPr algn="ctr"/>
                      <a:r>
                        <a:rPr sz="800" b="0" i="0">
                          <a:solidFill>
                            <a:srgbClr val="000000"/>
                          </a:solidFill>
                          <a:latin typeface="Century Gothic"/>
                        </a:rPr>
                        <a:t>Not Considering</a:t>
                      </a:r>
                    </a:p>
                  </a:txBody>
                  <a:tcPr marL="68580" marR="68580" marT="68580" marB="6858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FFCDD2"/>
                    </a:solidFill>
                  </a:tcPr>
                </a:tc>
                <a:tc>
                  <a:txBody>
                    <a:bodyPr vert="horz" wrap="square"/>
                    <a:lstStyle/>
                    <a:p>
                      <a:pPr algn="l"/>
                      <a:r>
                        <a:rPr sz="800" b="0" i="1">
                          <a:solidFill>
                            <a:srgbClr val="000000"/>
                          </a:solidFill>
                          <a:latin typeface="Century Gothic"/>
                        </a:rPr>
                        <a:t>I haven't really heard anything about ZoomInfo's Copilot, and honestly, our reps don't spend much time in ZoomInfo to begin with. Internally, we're already building similar AI tools that are customized to fit our needs, like pulling data from Salesforce to help with account prioritization. We also use Sales Navigator a lot, and their features like Account IQ and Lead IQ are already pretty strong. So, while I think there's a general market trend for tools like Copilot, it's not really something we're interested in.</a:t>
                      </a:r>
                    </a:p>
                  </a:txBody>
                  <a:tcPr marL="68580" marR="68580" marT="68580" marB="68580" anchor="ctr">
                    <a:lnL w="19050"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19050" cap="flat" cmpd="sng" algn="ctr">
                      <a:solidFill>
                        <a:schemeClr val="bg2">
                          <a:lumMod val="90000"/>
                        </a:schemeClr>
                      </a:solidFill>
                      <a:prstDash val="dash"/>
                      <a:round/>
                      <a:headEnd type="none" w="med" len="med"/>
                      <a:tailEnd type="none" w="med" len="med"/>
                    </a:lnB>
                  </a:tcPr>
                </a:tc>
                <a:extLst>
                  <a:ext uri="{0D108BD9-81ED-4DB2-BD59-A6C34878D82A}">
                    <a16:rowId xmlns:a16="http://schemas.microsoft.com/office/drawing/2014/main" val="3797405946"/>
                  </a:ext>
                </a:extLst>
              </a:tr>
              <a:tr h="1600200">
                <a:tc>
                  <a:txBody>
                    <a:bodyPr vert="horz" wrap="square"/>
                    <a:lstStyle/>
                    <a:p>
                      <a:pPr algn="ctr"/>
                      <a:r>
                        <a:rPr sz="800" b="0" i="0">
                          <a:solidFill>
                            <a:srgbClr val="000000"/>
                          </a:solidFill>
                          <a:latin typeface="Century Gothic"/>
                        </a:rPr>
                        <a:t>Software Co.
($2B+ funding)</a:t>
                      </a:r>
                    </a:p>
                  </a:txBody>
                  <a:tcPr marL="68580" marR="68580" marT="68580" marB="68580" anchor="ctr">
                    <a:lnL w="28575"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2">
                          <a:lumMod val="90000"/>
                        </a:schemeClr>
                      </a:solidFill>
                      <a:prstDash val="dash"/>
                      <a:round/>
                      <a:headEnd type="none" w="med" len="med"/>
                      <a:tailEnd type="none" w="med" len="med"/>
                    </a:lnT>
                    <a:lnB w="19050" cap="flat" cmpd="sng" algn="ctr">
                      <a:solidFill>
                        <a:schemeClr val="bg2">
                          <a:lumMod val="90000"/>
                        </a:schemeClr>
                      </a:solidFill>
                      <a:prstDash val="dash"/>
                      <a:round/>
                      <a:headEnd type="none" w="med" len="med"/>
                      <a:tailEnd type="none" w="med" len="med"/>
                    </a:lnB>
                  </a:tcPr>
                </a:tc>
                <a:tc>
                  <a:txBody>
                    <a:bodyPr vert="horz" wrap="square"/>
                    <a:lstStyle/>
                    <a:p>
                      <a:pPr algn="ctr"/>
                      <a:r>
                        <a:rPr sz="800" b="0" i="0">
                          <a:solidFill>
                            <a:srgbClr val="000000"/>
                          </a:solidFill>
                          <a:latin typeface="Century Gothic"/>
                        </a:rPr>
                        <a:t>Not Considering</a:t>
                      </a:r>
                    </a:p>
                  </a:txBody>
                  <a:tcPr marL="68580" marR="68580" marT="68580" marB="6858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FFCDD2"/>
                    </a:solidFill>
                  </a:tcPr>
                </a:tc>
                <a:tc>
                  <a:txBody>
                    <a:bodyPr vert="horz" wrap="square"/>
                    <a:lstStyle/>
                    <a:p>
                      <a:pPr algn="l"/>
                      <a:r>
                        <a:rPr sz="800" b="0" i="1">
                          <a:solidFill>
                            <a:srgbClr val="000000"/>
                          </a:solidFill>
                          <a:latin typeface="Century Gothic"/>
                        </a:rPr>
                        <a:t>ZoomInfo did bring up Copilot to us in the past – I think it was an email outreach from our reps, but we never took the meeting. Honestly, I mostly associate ZoomInfo with contact data—mobile numbers, email addresses—and I don't really see them as innovative in the AI space. With all the budget scrutiny we're under, I don't see us spending more on ZoomInfo when there are smaller AI companies that seem more innovative and cost-effective.</a:t>
                      </a:r>
                    </a:p>
                  </a:txBody>
                  <a:tcPr marL="68580" marR="68580" marT="68580" marB="68580" anchor="ctr">
                    <a:lnL w="19050"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9050" cap="flat" cmpd="sng" algn="ctr">
                      <a:solidFill>
                        <a:schemeClr val="bg2">
                          <a:lumMod val="90000"/>
                        </a:schemeClr>
                      </a:solidFill>
                      <a:prstDash val="dash"/>
                      <a:round/>
                      <a:headEnd type="none" w="med" len="med"/>
                      <a:tailEnd type="none" w="med" len="med"/>
                    </a:lnT>
                    <a:lnB w="19050" cap="flat" cmpd="sng" algn="ctr">
                      <a:solidFill>
                        <a:schemeClr val="bg2">
                          <a:lumMod val="90000"/>
                        </a:schemeClr>
                      </a:solidFill>
                      <a:prstDash val="dash"/>
                      <a:round/>
                      <a:headEnd type="none" w="med" len="med"/>
                      <a:tailEnd type="none" w="med" len="med"/>
                    </a:lnB>
                  </a:tcPr>
                </a:tc>
                <a:extLst>
                  <a:ext uri="{0D108BD9-81ED-4DB2-BD59-A6C34878D82A}">
                    <a16:rowId xmlns:a16="http://schemas.microsoft.com/office/drawing/2014/main" val="326670508"/>
                  </a:ext>
                </a:extLst>
              </a:tr>
              <a:tr h="1473200">
                <a:tc>
                  <a:txBody>
                    <a:bodyPr vert="horz" wrap="square"/>
                    <a:lstStyle/>
                    <a:p>
                      <a:pPr algn="ctr"/>
                      <a:r>
                        <a:rPr sz="800" b="0" i="0">
                          <a:solidFill>
                            <a:srgbClr val="000000"/>
                          </a:solidFill>
                          <a:latin typeface="Century Gothic"/>
                        </a:rPr>
                        <a:t>Top 10 US Bank</a:t>
                      </a:r>
                    </a:p>
                  </a:txBody>
                  <a:tcPr marL="68580" marR="68580" marT="68580" marB="68580" anchor="ctr">
                    <a:lnL w="28575"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2">
                          <a:lumMod val="90000"/>
                        </a:schemeClr>
                      </a:solidFill>
                      <a:prstDash val="dash"/>
                      <a:round/>
                      <a:headEnd type="none" w="med" len="med"/>
                      <a:tailEnd type="none" w="med" len="med"/>
                    </a:lnT>
                    <a:lnB w="19050" cap="flat" cmpd="sng" algn="ctr">
                      <a:solidFill>
                        <a:schemeClr val="bg2">
                          <a:lumMod val="90000"/>
                        </a:schemeClr>
                      </a:solidFill>
                      <a:prstDash val="dash"/>
                      <a:round/>
                      <a:headEnd type="none" w="med" len="med"/>
                      <a:tailEnd type="none" w="med" len="med"/>
                    </a:lnB>
                  </a:tcPr>
                </a:tc>
                <a:tc>
                  <a:txBody>
                    <a:bodyPr vert="horz" wrap="square"/>
                    <a:lstStyle/>
                    <a:p>
                      <a:pPr algn="ctr"/>
                      <a:r>
                        <a:rPr sz="800" b="0" i="0">
                          <a:solidFill>
                            <a:srgbClr val="000000"/>
                          </a:solidFill>
                          <a:latin typeface="Century Gothic"/>
                        </a:rPr>
                        <a:t>Not Considering</a:t>
                      </a:r>
                    </a:p>
                  </a:txBody>
                  <a:tcPr marL="68580" marR="68580" marT="68580" marB="6858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FFCDD2"/>
                    </a:solidFill>
                  </a:tcPr>
                </a:tc>
                <a:tc>
                  <a:txBody>
                    <a:bodyPr vert="horz" wrap="square"/>
                    <a:lstStyle/>
                    <a:p>
                      <a:pPr algn="l"/>
                      <a:r>
                        <a:rPr sz="800" b="0" i="1">
                          <a:solidFill>
                            <a:srgbClr val="000000"/>
                          </a:solidFill>
                          <a:latin typeface="Century Gothic"/>
                        </a:rPr>
                        <a:t>ZoomInfo hasn't really talked to us much about Copilot, and I haven't seen a demo yet. In my view, if a GenAI copilot is going to be useful, it needs to meet people where they already are, like in Salesforce. From what I've seen, tools like Copilot mainly organize data and make it easier to consume, which is fine, but not groundbreaking. With that said, a number of our SDRs do spend time in ZoomInfo, so I plan to demo it with our reps soon.</a:t>
                      </a:r>
                    </a:p>
                  </a:txBody>
                  <a:tcPr marL="68580" marR="68580" marT="68580" marB="68580" anchor="ctr">
                    <a:lnL w="19050"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9050" cap="flat" cmpd="sng" algn="ctr">
                      <a:solidFill>
                        <a:schemeClr val="bg2">
                          <a:lumMod val="90000"/>
                        </a:schemeClr>
                      </a:solidFill>
                      <a:prstDash val="dash"/>
                      <a:round/>
                      <a:headEnd type="none" w="med" len="med"/>
                      <a:tailEnd type="none" w="med" len="med"/>
                    </a:lnT>
                    <a:lnB w="19050" cap="flat" cmpd="sng" algn="ctr">
                      <a:solidFill>
                        <a:schemeClr val="bg2">
                          <a:lumMod val="90000"/>
                        </a:schemeClr>
                      </a:solidFill>
                      <a:prstDash val="dash"/>
                      <a:round/>
                      <a:headEnd type="none" w="med" len="med"/>
                      <a:tailEnd type="none" w="med" len="med"/>
                    </a:lnB>
                  </a:tcPr>
                </a:tc>
                <a:extLst>
                  <a:ext uri="{0D108BD9-81ED-4DB2-BD59-A6C34878D82A}">
                    <a16:rowId xmlns:a16="http://schemas.microsoft.com/office/drawing/2014/main" val="4192557534"/>
                  </a:ext>
                </a:extLst>
              </a:tr>
              <a:tr h="1600200">
                <a:tc>
                  <a:txBody>
                    <a:bodyPr vert="horz" wrap="square"/>
                    <a:lstStyle/>
                    <a:p>
                      <a:pPr algn="ctr"/>
                      <a:r>
                        <a:rPr sz="800" b="0" i="0">
                          <a:solidFill>
                            <a:srgbClr val="000000"/>
                          </a:solidFill>
                          <a:latin typeface="Century Gothic"/>
                        </a:rPr>
                        <a:t>Food Services Co.</a:t>
                      </a:r>
                    </a:p>
                  </a:txBody>
                  <a:tcPr marL="68580" marR="68580" marT="68580" marB="68580" anchor="ctr">
                    <a:lnL w="28575"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2">
                          <a:lumMod val="90000"/>
                        </a:schemeClr>
                      </a:solidFill>
                      <a:prstDash val="dash"/>
                      <a:round/>
                      <a:headEnd type="none" w="med" len="med"/>
                      <a:tailEnd type="none" w="med" len="med"/>
                    </a:lnT>
                    <a:lnB w="19050" cap="flat" cmpd="sng" algn="ctr">
                      <a:noFill/>
                      <a:prstDash val="dash"/>
                      <a:round/>
                      <a:headEnd type="none" w="med" len="med"/>
                      <a:tailEnd type="none" w="med" len="med"/>
                    </a:lnB>
                  </a:tcPr>
                </a:tc>
                <a:tc>
                  <a:txBody>
                    <a:bodyPr vert="horz" wrap="square"/>
                    <a:lstStyle/>
                    <a:p>
                      <a:pPr algn="ctr"/>
                      <a:r>
                        <a:rPr sz="800" b="0" i="0">
                          <a:solidFill>
                            <a:srgbClr val="000000"/>
                          </a:solidFill>
                          <a:latin typeface="Century Gothic"/>
                        </a:rPr>
                        <a:t>Seen Demo / Sales Pitch</a:t>
                      </a:r>
                    </a:p>
                  </a:txBody>
                  <a:tcPr marL="68580" marR="68580" marT="68580" marB="6858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FFF9C4"/>
                    </a:solidFill>
                  </a:tcPr>
                </a:tc>
                <a:tc>
                  <a:txBody>
                    <a:bodyPr vert="horz" wrap="square"/>
                    <a:lstStyle/>
                    <a:p>
                      <a:pPr algn="l"/>
                      <a:r>
                        <a:rPr sz="800" b="0" i="1">
                          <a:solidFill>
                            <a:srgbClr val="000000"/>
                          </a:solidFill>
                          <a:latin typeface="Century Gothic"/>
                        </a:rPr>
                        <a:t>We've had demos of ZoomInfo's Copilot, but honestly, it's hard for me to get excited about it because we already have 15 other tools that do the same thing. We're primarily using ZoomInfo for contact enrichment, and that data is already integrated into our CRM, Microsoft Dynamics. When I prompt Microsoft's Copilot, it's pulling in the same ZoomInfo data, so it feels redundant to have a separate Copilot within ZoomInfo.</a:t>
                      </a:r>
                    </a:p>
                  </a:txBody>
                  <a:tcPr marL="68580" marR="68580" marT="68580" marB="68580" anchor="ctr">
                    <a:lnL w="19050"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9050" cap="flat" cmpd="sng" algn="ctr">
                      <a:solidFill>
                        <a:schemeClr val="bg2">
                          <a:lumMod val="90000"/>
                        </a:schemeClr>
                      </a:solidFill>
                      <a:prstDash val="dash"/>
                      <a:round/>
                      <a:headEnd type="none" w="med" len="med"/>
                      <a:tailEnd type="none" w="med" len="med"/>
                    </a:lnT>
                    <a:lnB w="19050" cap="flat" cmpd="sng" algn="ctr">
                      <a:noFill/>
                      <a:prstDash val="dash"/>
                      <a:round/>
                      <a:headEnd type="none" w="med" len="med"/>
                      <a:tailEnd type="none" w="med" len="med"/>
                    </a:lnB>
                  </a:tcPr>
                </a:tc>
                <a:extLst>
                  <a:ext uri="{0D108BD9-81ED-4DB2-BD59-A6C34878D82A}">
                    <a16:rowId xmlns:a16="http://schemas.microsoft.com/office/drawing/2014/main" val="3853624721"/>
                  </a:ext>
                </a:extLst>
              </a:tr>
            </a:tbl>
          </a:graphicData>
        </a:graphic>
      </p:graphicFrame>
      <p:graphicFrame>
        <p:nvGraphicFramePr>
          <p:cNvPr id="6" name="Chart 5">
            <a:extLst>
              <a:ext uri="{FF2B5EF4-FFF2-40B4-BE49-F238E27FC236}">
                <a16:creationId xmlns:a16="http://schemas.microsoft.com/office/drawing/2014/main" id="{C8C70B7A-328A-A2CB-3FA3-83C95F46D0A6}"/>
              </a:ext>
            </a:extLst>
          </p:cNvPr>
          <p:cNvGraphicFramePr/>
          <p:nvPr>
            <p:extLst>
              <p:ext uri="{D42A27DB-BD31-4B8C-83A1-F6EECF244321}">
                <p14:modId val="960084613"/>
              </p:ext>
            </p:extLst>
          </p:nvPr>
        </p:nvGraphicFramePr>
        <p:xfrm>
          <a:off x="628649" y="2235200"/>
          <a:ext cx="5763985" cy="5890669"/>
        </p:xfrm>
        <a:graphic>
          <a:graphicData uri="http://schemas.openxmlformats.org/drawingml/2006/chart">
            <c:chart xmlns:c="http://schemas.openxmlformats.org/drawingml/2006/chart" r:id="rId2"/>
          </a:graphicData>
        </a:graphic>
      </p:graphicFrame>
      <p:sp>
        <p:nvSpPr>
          <p:cNvPr id="21" name="chart_bar_label_0" title=""/>
          <p:cNvSpPr txBox="1"/>
          <p:nvPr/>
        </p:nvSpPr>
        <p:spPr>
          <a:xfrm>
            <a:off x="1992669" y="2819400"/>
            <a:ext cx="299720" cy="228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sz="1400" b="0">
                <a:solidFill>
                  <a:srgbClr val="000000"/>
                </a:solidFill>
              </a:rPr>
              <a:t>29</a:t>
            </a:r>
          </a:p>
        </p:txBody>
      </p:sp>
      <p:sp>
        <p:nvSpPr>
          <p:cNvPr id="22" name="chart_bar_label_0" title=""/>
          <p:cNvSpPr txBox="1"/>
          <p:nvPr/>
        </p:nvSpPr>
        <p:spPr>
          <a:xfrm>
            <a:off x="3661076" y="2819400"/>
            <a:ext cx="299720" cy="228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sz="1400" b="0">
                <a:solidFill>
                  <a:srgbClr val="000000"/>
                </a:solidFill>
              </a:rPr>
              <a:t>14</a:t>
            </a:r>
          </a:p>
        </p:txBody>
      </p:sp>
      <p:sp>
        <p:nvSpPr>
          <p:cNvPr id="23" name="chart_bar_label_0" title=""/>
          <p:cNvSpPr txBox="1"/>
          <p:nvPr/>
        </p:nvSpPr>
        <p:spPr>
          <a:xfrm>
            <a:off x="5329483" y="2819400"/>
            <a:ext cx="299720" cy="228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sz="1400" b="0">
                <a:solidFill>
                  <a:srgbClr val="000000"/>
                </a:solidFill>
              </a:rPr>
              <a:t>15</a:t>
            </a:r>
          </a:p>
        </p:txBody>
      </p:sp>
      <p:graphicFrame>
        <p:nvGraphicFramePr>
          <p:cNvPr id="24" name="chart_data_table_0" title=""/>
          <p:cNvGraphicFramePr>
            <a:graphicFrameLocks noGrp="1"/>
          </p:cNvGraphicFramePr>
          <p:nvPr/>
        </p:nvGraphicFramePr>
        <p:xfrm>
          <a:off x="127000" y="7581900"/>
          <a:ext cx="6186546" cy="1051560"/>
        </p:xfrm>
        <a:graphic>
          <a:graphicData uri="http://schemas.openxmlformats.org/drawingml/2006/table">
            <a:tbl>
              <a:tblPr firstRow="1" bandRow="1"/>
              <a:tblGrid>
                <a:gridCol w="1181326"/>
                <a:gridCol w="1668407"/>
                <a:gridCol w="1668407"/>
                <a:gridCol w="1668407"/>
              </a:tblGrid>
              <a:tr h="320040">
                <a:tc>
                  <a:txBody>
                    <a:bodyPr/>
                    <a:lstStyle/>
                    <a:p>
                      <a:pPr algn="l"/>
                      <a:r>
                        <a:rPr sz="1400">
                          <a:solidFill>
                            <a:srgbClr val="000000"/>
                          </a:solidFill>
                        </a:rPr>
                        <a:t>n=</a:t>
                      </a:r>
                    </a:p>
                  </a:txBody>
                  <a:tcPr>
                    <a:lnL>
                      <a:noFill/>
                    </a:lnL>
                    <a:lnR>
                      <a:noFill/>
                    </a:lnR>
                    <a:lnT>
                      <a:noFill/>
                    </a:lnT>
                    <a:lnB>
                      <a:noFill/>
                    </a:lnB>
                    <a:noFill/>
                  </a:tcPr>
                </a:tc>
                <a:tc>
                  <a:txBody>
                    <a:bodyPr/>
                    <a:lstStyle/>
                    <a:p>
                      <a:pPr algn="ctr"/>
                      <a:r>
                        <a:rPr sz="1400">
                          <a:solidFill>
                            <a:srgbClr val="000000"/>
                          </a:solidFill>
                        </a:rPr>
                        <a:t>29</a:t>
                      </a:r>
                    </a:p>
                  </a:txBody>
                  <a:tcPr>
                    <a:lnL>
                      <a:noFill/>
                    </a:lnL>
                    <a:lnR>
                      <a:noFill/>
                    </a:lnR>
                    <a:lnT>
                      <a:noFill/>
                    </a:lnT>
                    <a:lnB>
                      <a:noFill/>
                    </a:lnB>
                    <a:noFill/>
                  </a:tcPr>
                </a:tc>
                <a:tc>
                  <a:txBody>
                    <a:bodyPr/>
                    <a:lstStyle/>
                    <a:p>
                      <a:pPr algn="ctr"/>
                      <a:r>
                        <a:rPr sz="1400">
                          <a:solidFill>
                            <a:srgbClr val="000000"/>
                          </a:solidFill>
                        </a:rPr>
                        <a:t>14</a:t>
                      </a:r>
                    </a:p>
                  </a:txBody>
                  <a:tcPr>
                    <a:lnL>
                      <a:noFill/>
                    </a:lnL>
                    <a:lnR>
                      <a:noFill/>
                    </a:lnR>
                    <a:lnT>
                      <a:noFill/>
                    </a:lnT>
                    <a:lnB>
                      <a:noFill/>
                    </a:lnB>
                    <a:noFill/>
                  </a:tcPr>
                </a:tc>
                <a:tc>
                  <a:txBody>
                    <a:bodyPr/>
                    <a:lstStyle/>
                    <a:p>
                      <a:pPr algn="ctr"/>
                      <a:r>
                        <a:rPr sz="1400">
                          <a:solidFill>
                            <a:srgbClr val="000000"/>
                          </a:solidFill>
                        </a:rPr>
                        <a:t>15</a:t>
                      </a:r>
                    </a:p>
                  </a:txBody>
                  <a:tcPr>
                    <a:lnL>
                      <a:noFill/>
                    </a:lnL>
                    <a:lnR>
                      <a:noFill/>
                    </a:lnR>
                    <a:lnT>
                      <a:noFill/>
                    </a:lnT>
                    <a:lnB>
                      <a:noFill/>
                    </a:lnB>
                    <a:noFill/>
                  </a:tcPr>
                </a:tc>
              </a:tr>
              <a:tr h="320040">
                <a:tc>
                  <a:txBody>
                    <a:bodyPr/>
                    <a:lstStyle/>
                    <a:p>
                      <a:pPr algn="l"/>
                      <a:r>
                        <a:rPr sz="1400">
                          <a:solidFill>
                            <a:srgbClr val="000000"/>
                          </a:solidFill>
                        </a:rPr>
                        <a:t>% Considering</a:t>
                      </a:r>
                    </a:p>
                  </a:txBody>
                  <a:tcPr>
                    <a:lnL>
                      <a:noFill/>
                    </a:lnL>
                    <a:lnR>
                      <a:noFill/>
                    </a:lnR>
                    <a:lnT>
                      <a:noFill/>
                    </a:lnT>
                    <a:lnB>
                      <a:noFill/>
                    </a:lnB>
                    <a:noFill/>
                  </a:tcPr>
                </a:tc>
                <a:tc>
                  <a:txBody>
                    <a:bodyPr/>
                    <a:lstStyle/>
                    <a:p>
                      <a:pPr algn="ctr"/>
                      <a:r>
                        <a:rPr sz="1400">
                          <a:solidFill>
                            <a:srgbClr val="000000"/>
                          </a:solidFill>
                        </a:rPr>
                        <a:t>24%</a:t>
                      </a:r>
                    </a:p>
                  </a:txBody>
                  <a:tcPr>
                    <a:lnL>
                      <a:noFill/>
                    </a:lnL>
                    <a:lnR>
                      <a:noFill/>
                    </a:lnR>
                    <a:lnT>
                      <a:noFill/>
                    </a:lnT>
                    <a:lnB>
                      <a:noFill/>
                    </a:lnB>
                    <a:noFill/>
                  </a:tcPr>
                </a:tc>
                <a:tc>
                  <a:txBody>
                    <a:bodyPr/>
                    <a:lstStyle/>
                    <a:p>
                      <a:pPr algn="ctr"/>
                      <a:r>
                        <a:rPr sz="1400">
                          <a:solidFill>
                            <a:srgbClr val="000000"/>
                          </a:solidFill>
                        </a:rPr>
                        <a:t>29%</a:t>
                      </a:r>
                    </a:p>
                  </a:txBody>
                  <a:tcPr>
                    <a:lnL>
                      <a:noFill/>
                    </a:lnL>
                    <a:lnR>
                      <a:noFill/>
                    </a:lnR>
                    <a:lnT>
                      <a:noFill/>
                    </a:lnT>
                    <a:lnB>
                      <a:noFill/>
                    </a:lnB>
                    <a:noFill/>
                  </a:tcPr>
                </a:tc>
                <a:tc>
                  <a:txBody>
                    <a:bodyPr/>
                    <a:lstStyle/>
                    <a:p>
                      <a:pPr algn="ctr"/>
                      <a:r>
                        <a:rPr sz="1400">
                          <a:solidFill>
                            <a:srgbClr val="000000"/>
                          </a:solidFill>
                        </a:rPr>
                        <a:t>20%</a:t>
                      </a:r>
                    </a:p>
                  </a:txBody>
                  <a:tcPr>
                    <a:lnL>
                      <a:noFill/>
                    </a:lnL>
                    <a:lnR>
                      <a:noFill/>
                    </a:lnR>
                    <a:lnT>
                      <a:noFill/>
                    </a:lnT>
                    <a:lnB>
                      <a:noFill/>
                    </a:lnB>
                    <a:noFill/>
                  </a:tcPr>
                </a:tc>
              </a:tr>
            </a:tbl>
          </a:graphicData>
        </a:graphic>
      </p:graphicFrame>
      <p:sp>
        <p:nvSpPr>
          <p:cNvPr id="25" name="Footer Placeholder" title=""/>
          <p:cNvSpPr txBox="1">
            <a:spLocks noGrp="1"/>
          </p:cNvSpPr>
          <p:nvPr>
            <p:ph type="ftr" sz="quarter" idx="3"/>
          </p:nvPr>
        </p:nvSpPr>
        <p:spPr/>
        <p:txBody>
          <a:bodyPr vert="horz" lIns="91440" tIns="45720" rIns="91440" bIns="45720" rtlCol="0" anchor="ctr"/>
          <a:lstStyle>
            <a:lvl1pPr algn="ctr">
              <a:defRPr sz="1200">
                <a:solidFill>
                  <a:schemeClr val="tx1">
                    <a:tint val="75000"/>
                  </a:schemeClr>
                </a:solidFill>
              </a:defRPr>
            </a:lvl1pPr>
          </a:lstStyle>
          <a:p>
            <a:r>
              <a:rPr lang="en-US"/>
              <a:t>Confidential - Customer Success Analysis</a:t>
            </a:r>
          </a:p>
        </p:txBody>
      </p:sp>
    </p:spTree>
    <p:extLst>
      <p:ext uri="{BB962C8B-B14F-4D97-AF65-F5344CB8AC3E}">
        <p14:creationId val="1333530180"/>
      </p:ext>
    </p:extLst>
  </p:cSld>
  <p:clrMapOvr>
    <a:masterClrMapping/>
  </p:clrMapOvr>
  <p:transition/>
  <p:timing/>
</p:sld>
</file>

<file path=ppt/slides/slide7.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Slide Number Placeholder 1">
            <a:extLst>
              <a:ext uri="{FF2B5EF4-FFF2-40B4-BE49-F238E27FC236}">
                <a16:creationId xmlns:a16="http://schemas.microsoft.com/office/drawing/2014/main" id="{0377755F-92E2-1B78-8405-5015C2BF6190}"/>
              </a:ext>
            </a:extLst>
          </p:cNvPr>
          <p:cNvSpPr>
            <a:spLocks noGrp="1"/>
          </p:cNvSpPr>
          <p:nvPr>
            <p:ph type="sldNum" sz="quarter" idx="13"/>
          </p:nvPr>
        </p:nvSpPr>
        <p:spPr/>
        <p:txBody>
          <a:bodyPr/>
          <a:lstStyle/>
          <a:p>
            <a:fld id="{CC3D6C64-01FF-444E-AD84-E895EC95156E}" type="slidenum">
              <a:rPr lang="en-US" smtClean="0"/>
              <a:t>7</a:t>
            </a:fld>
            <a:endParaRPr lang="en-US"/>
          </a:p>
        </p:txBody>
      </p:sp>
      <p:sp>
        <p:nvSpPr>
          <p:cNvPr id="3" name="Title 2">
            <a:extLst>
              <a:ext uri="{FF2B5EF4-FFF2-40B4-BE49-F238E27FC236}">
                <a16:creationId xmlns:a16="http://schemas.microsoft.com/office/drawing/2014/main" id="{3B7E4A33-1DB7-9AA4-7B91-1534946524F5}"/>
              </a:ext>
            </a:extLst>
          </p:cNvPr>
          <p:cNvSpPr>
            <a:spLocks noGrp="1"/>
          </p:cNvSpPr>
          <p:nvPr>
            <p:ph type="title"/>
          </p:nvPr>
        </p:nvSpPr>
        <p:spPr/>
        <p:txBody>
          <a:bodyPr/>
          <a:lstStyle/>
          <a:p>
            <a:r>
              <a:rPr lang="en-US" sz="2531">
                <a:latin typeface="Century Gothic" panose="020f0302020204030204"/>
              </a:rPr>
              <a:t>Customer NPS Scores by Company</a:t>
            </a:r>
            <a:endParaRPr lang="en-US"/>
          </a:p>
        </p:txBody>
      </p:sp>
      <p:graphicFrame>
        <p:nvGraphicFramePr>
          <p:cNvPr id="5" name="Chart 4">
            <a:extLst>
              <a:ext uri="{FF2B5EF4-FFF2-40B4-BE49-F238E27FC236}">
                <a16:creationId xmlns:a16="http://schemas.microsoft.com/office/drawing/2014/main" id="{58BD9340-E3A8-583D-97F6-581505C301B7}"/>
              </a:ext>
            </a:extLst>
          </p:cNvPr>
          <p:cNvGraphicFramePr/>
          <p:nvPr>
            <p:extLst>
              <p:ext uri="{D42A27DB-BD31-4B8C-83A1-F6EECF244321}">
                <p14:modId val="2794148821"/>
              </p:ext>
            </p:extLst>
          </p:nvPr>
        </p:nvGraphicFramePr>
        <p:xfrm>
          <a:off x="628650" y="2019300"/>
          <a:ext cx="11830050" cy="6588364"/>
        </p:xfrm>
        <a:graphic>
          <a:graphicData uri="http://schemas.openxmlformats.org/drawingml/2006/chart">
            <c:chart xmlns:c="http://schemas.openxmlformats.org/drawingml/2006/chart" r:id="rId2"/>
          </a:graphicData>
        </a:graphic>
      </p:graphicFrame>
      <p:sp>
        <p:nvSpPr>
          <p:cNvPr id="4" name="TextBox 3">
            <a:extLst>
              <a:ext uri="{FF2B5EF4-FFF2-40B4-BE49-F238E27FC236}">
                <a16:creationId xmlns:a16="http://schemas.microsoft.com/office/drawing/2014/main" id="{6D23BCE0-1626-F197-026B-185B0EE63298}"/>
              </a:ext>
            </a:extLst>
          </p:cNvPr>
          <p:cNvSpPr txBox="1"/>
          <p:nvPr/>
        </p:nvSpPr>
        <p:spPr>
          <a:xfrm>
            <a:off x="550170" y="1422400"/>
            <a:ext cx="11908530" cy="297180"/>
          </a:xfrm>
          <a:prstGeom prst="rect">
            <a:avLst/>
          </a:prstGeom>
          <a:noFill/>
        </p:spPr>
        <p:txBody>
          <a:bodyPr wrap="square" rtlCol="0">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sz="1350">
                <a:solidFill>
                  <a:srgbClr val="000000"/>
                </a:solidFill>
                <a:latin typeface="Century Gothic" panose="020f0302020204030204"/>
              </a:rPr>
              <a:t>Question: What is driving the significant detractor rates at DataSync Ltd and GrowthMetrics?</a:t>
            </a:r>
          </a:p>
        </p:txBody>
      </p:sp>
      <p:sp>
        <p:nvSpPr>
          <p:cNvPr id="6" name="chart_bar_label_0" title=""/>
          <p:cNvSpPr txBox="1"/>
          <p:nvPr/>
        </p:nvSpPr>
        <p:spPr>
          <a:xfrm>
            <a:off x="2245945" y="3048000"/>
            <a:ext cx="424180" cy="228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sz="1400" b="0">
                <a:solidFill>
                  <a:srgbClr val="000000"/>
                </a:solidFill>
              </a:rPr>
              <a:t>100</a:t>
            </a:r>
          </a:p>
        </p:txBody>
      </p:sp>
      <p:sp>
        <p:nvSpPr>
          <p:cNvPr id="7" name="chart_bar_label_0" title=""/>
          <p:cNvSpPr txBox="1"/>
          <p:nvPr/>
        </p:nvSpPr>
        <p:spPr>
          <a:xfrm>
            <a:off x="3550695" y="3048000"/>
            <a:ext cx="424180" cy="228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sz="1400" b="0">
                <a:solidFill>
                  <a:srgbClr val="000000"/>
                </a:solidFill>
              </a:rPr>
              <a:t>100</a:t>
            </a:r>
          </a:p>
        </p:txBody>
      </p:sp>
      <p:sp>
        <p:nvSpPr>
          <p:cNvPr id="8" name="chart_bar_label_0" title=""/>
          <p:cNvSpPr txBox="1"/>
          <p:nvPr/>
        </p:nvSpPr>
        <p:spPr>
          <a:xfrm>
            <a:off x="4855445" y="3048000"/>
            <a:ext cx="424180" cy="228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sz="1400" b="0">
                <a:solidFill>
                  <a:srgbClr val="000000"/>
                </a:solidFill>
              </a:rPr>
              <a:t>100</a:t>
            </a:r>
          </a:p>
        </p:txBody>
      </p:sp>
      <p:sp>
        <p:nvSpPr>
          <p:cNvPr id="9" name="chart_bar_label_0" title=""/>
          <p:cNvSpPr txBox="1"/>
          <p:nvPr/>
        </p:nvSpPr>
        <p:spPr>
          <a:xfrm>
            <a:off x="6160195" y="3048000"/>
            <a:ext cx="424180" cy="228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sz="1400" b="0">
                <a:solidFill>
                  <a:srgbClr val="000000"/>
                </a:solidFill>
              </a:rPr>
              <a:t>100</a:t>
            </a:r>
          </a:p>
        </p:txBody>
      </p:sp>
      <p:sp>
        <p:nvSpPr>
          <p:cNvPr id="10" name="chart_bar_label_0" title=""/>
          <p:cNvSpPr txBox="1"/>
          <p:nvPr/>
        </p:nvSpPr>
        <p:spPr>
          <a:xfrm>
            <a:off x="7464945" y="3048000"/>
            <a:ext cx="424180" cy="228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sz="1400" b="0">
                <a:solidFill>
                  <a:srgbClr val="000000"/>
                </a:solidFill>
              </a:rPr>
              <a:t>100</a:t>
            </a:r>
          </a:p>
        </p:txBody>
      </p:sp>
      <p:sp>
        <p:nvSpPr>
          <p:cNvPr id="11" name="chart_bar_label_0" title=""/>
          <p:cNvSpPr txBox="1"/>
          <p:nvPr/>
        </p:nvSpPr>
        <p:spPr>
          <a:xfrm>
            <a:off x="8769695" y="3048000"/>
            <a:ext cx="424180" cy="228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sz="1400" b="0">
                <a:solidFill>
                  <a:srgbClr val="000000"/>
                </a:solidFill>
              </a:rPr>
              <a:t>100</a:t>
            </a:r>
          </a:p>
        </p:txBody>
      </p:sp>
      <p:sp>
        <p:nvSpPr>
          <p:cNvPr id="12" name="chart_bar_label_0" title=""/>
          <p:cNvSpPr txBox="1"/>
          <p:nvPr/>
        </p:nvSpPr>
        <p:spPr>
          <a:xfrm>
            <a:off x="10074445" y="3048000"/>
            <a:ext cx="424180" cy="228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sz="1400" b="0">
                <a:solidFill>
                  <a:srgbClr val="000000"/>
                </a:solidFill>
              </a:rPr>
              <a:t>100</a:t>
            </a:r>
          </a:p>
        </p:txBody>
      </p:sp>
      <p:sp>
        <p:nvSpPr>
          <p:cNvPr id="13" name="chart_bar_label_0" title=""/>
          <p:cNvSpPr txBox="1"/>
          <p:nvPr/>
        </p:nvSpPr>
        <p:spPr>
          <a:xfrm>
            <a:off x="11379195" y="3048000"/>
            <a:ext cx="424180" cy="228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sz="1400" b="0">
                <a:solidFill>
                  <a:srgbClr val="000000"/>
                </a:solidFill>
              </a:rPr>
              <a:t>100</a:t>
            </a:r>
          </a:p>
        </p:txBody>
      </p:sp>
      <p:graphicFrame>
        <p:nvGraphicFramePr>
          <p:cNvPr id="14" name="chart_data_table_0" title=""/>
          <p:cNvGraphicFramePr>
            <a:graphicFrameLocks noGrp="1"/>
          </p:cNvGraphicFramePr>
          <p:nvPr/>
        </p:nvGraphicFramePr>
        <p:xfrm>
          <a:off x="1130021" y="8978900"/>
          <a:ext cx="11113639" cy="640080"/>
        </p:xfrm>
        <a:graphic>
          <a:graphicData uri="http://schemas.openxmlformats.org/drawingml/2006/table">
            <a:tbl>
              <a:tblPr firstRow="1" bandRow="1"/>
              <a:tblGrid>
                <a:gridCol w="675640"/>
                <a:gridCol w="1304750"/>
                <a:gridCol w="1304750"/>
                <a:gridCol w="1304750"/>
                <a:gridCol w="1304750"/>
                <a:gridCol w="1304750"/>
                <a:gridCol w="1304750"/>
                <a:gridCol w="1304750"/>
                <a:gridCol w="1304750"/>
              </a:tblGrid>
              <a:tr h="320040">
                <a:tc>
                  <a:txBody>
                    <a:bodyPr/>
                    <a:lstStyle/>
                    <a:p>
                      <a:pPr algn="l"/>
                      <a:r>
                        <a:rPr sz="1400">
                          <a:solidFill>
                            <a:srgbClr val="000000"/>
                          </a:solidFill>
                        </a:rPr>
                        <a:t>n=</a:t>
                      </a:r>
                    </a:p>
                  </a:txBody>
                  <a:tcPr>
                    <a:lnL>
                      <a:noFill/>
                    </a:lnL>
                    <a:lnR>
                      <a:noFill/>
                    </a:lnR>
                    <a:lnT>
                      <a:noFill/>
                    </a:lnT>
                    <a:lnB>
                      <a:noFill/>
                    </a:lnB>
                    <a:noFill/>
                  </a:tcPr>
                </a:tc>
                <a:tc>
                  <a:txBody>
                    <a:bodyPr/>
                    <a:lstStyle/>
                    <a:p>
                      <a:pPr algn="ctr"/>
                      <a:r>
                        <a:rPr sz="1400">
                          <a:solidFill>
                            <a:srgbClr val="000000"/>
                          </a:solidFill>
                        </a:rPr>
                        <a:t>156</a:t>
                      </a:r>
                    </a:p>
                  </a:txBody>
                  <a:tcPr>
                    <a:lnL>
                      <a:noFill/>
                    </a:lnL>
                    <a:lnR>
                      <a:noFill/>
                    </a:lnR>
                    <a:lnT>
                      <a:noFill/>
                    </a:lnT>
                    <a:lnB>
                      <a:noFill/>
                    </a:lnB>
                    <a:noFill/>
                  </a:tcPr>
                </a:tc>
                <a:tc>
                  <a:txBody>
                    <a:bodyPr/>
                    <a:lstStyle/>
                    <a:p>
                      <a:pPr algn="ctr"/>
                      <a:r>
                        <a:rPr sz="1400">
                          <a:solidFill>
                            <a:srgbClr val="000000"/>
                          </a:solidFill>
                        </a:rPr>
                        <a:t>142</a:t>
                      </a:r>
                    </a:p>
                  </a:txBody>
                  <a:tcPr>
                    <a:lnL>
                      <a:noFill/>
                    </a:lnL>
                    <a:lnR>
                      <a:noFill/>
                    </a:lnR>
                    <a:lnT>
                      <a:noFill/>
                    </a:lnT>
                    <a:lnB>
                      <a:noFill/>
                    </a:lnB>
                    <a:noFill/>
                  </a:tcPr>
                </a:tc>
                <a:tc>
                  <a:txBody>
                    <a:bodyPr/>
                    <a:lstStyle/>
                    <a:p>
                      <a:pPr algn="ctr"/>
                      <a:r>
                        <a:rPr sz="1400">
                          <a:solidFill>
                            <a:srgbClr val="000000"/>
                          </a:solidFill>
                        </a:rPr>
                        <a:t>89</a:t>
                      </a:r>
                    </a:p>
                  </a:txBody>
                  <a:tcPr>
                    <a:lnL>
                      <a:noFill/>
                    </a:lnL>
                    <a:lnR>
                      <a:noFill/>
                    </a:lnR>
                    <a:lnT>
                      <a:noFill/>
                    </a:lnT>
                    <a:lnB>
                      <a:noFill/>
                    </a:lnB>
                    <a:noFill/>
                  </a:tcPr>
                </a:tc>
                <a:tc>
                  <a:txBody>
                    <a:bodyPr/>
                    <a:lstStyle/>
                    <a:p>
                      <a:pPr algn="ctr"/>
                      <a:r>
                        <a:rPr sz="1400">
                          <a:solidFill>
                            <a:srgbClr val="000000"/>
                          </a:solidFill>
                        </a:rPr>
                        <a:t>178</a:t>
                      </a:r>
                    </a:p>
                  </a:txBody>
                  <a:tcPr>
                    <a:lnL>
                      <a:noFill/>
                    </a:lnL>
                    <a:lnR>
                      <a:noFill/>
                    </a:lnR>
                    <a:lnT>
                      <a:noFill/>
                    </a:lnT>
                    <a:lnB>
                      <a:noFill/>
                    </a:lnB>
                    <a:noFill/>
                  </a:tcPr>
                </a:tc>
                <a:tc>
                  <a:txBody>
                    <a:bodyPr/>
                    <a:lstStyle/>
                    <a:p>
                      <a:pPr algn="ctr"/>
                      <a:r>
                        <a:rPr sz="1400">
                          <a:solidFill>
                            <a:srgbClr val="000000"/>
                          </a:solidFill>
                        </a:rPr>
                        <a:t>201</a:t>
                      </a:r>
                    </a:p>
                  </a:txBody>
                  <a:tcPr>
                    <a:lnL>
                      <a:noFill/>
                    </a:lnL>
                    <a:lnR>
                      <a:noFill/>
                    </a:lnR>
                    <a:lnT>
                      <a:noFill/>
                    </a:lnT>
                    <a:lnB>
                      <a:noFill/>
                    </a:lnB>
                    <a:noFill/>
                  </a:tcPr>
                </a:tc>
                <a:tc>
                  <a:txBody>
                    <a:bodyPr/>
                    <a:lstStyle/>
                    <a:p>
                      <a:pPr algn="ctr"/>
                      <a:r>
                        <a:rPr sz="1400">
                          <a:solidFill>
                            <a:srgbClr val="000000"/>
                          </a:solidFill>
                        </a:rPr>
                        <a:t>134</a:t>
                      </a:r>
                    </a:p>
                  </a:txBody>
                  <a:tcPr>
                    <a:lnL>
                      <a:noFill/>
                    </a:lnL>
                    <a:lnR>
                      <a:noFill/>
                    </a:lnR>
                    <a:lnT>
                      <a:noFill/>
                    </a:lnT>
                    <a:lnB>
                      <a:noFill/>
                    </a:lnB>
                    <a:noFill/>
                  </a:tcPr>
                </a:tc>
                <a:tc>
                  <a:txBody>
                    <a:bodyPr/>
                    <a:lstStyle/>
                    <a:p>
                      <a:pPr algn="ctr"/>
                      <a:r>
                        <a:rPr sz="1400">
                          <a:solidFill>
                            <a:srgbClr val="000000"/>
                          </a:solidFill>
                        </a:rPr>
                        <a:t>67</a:t>
                      </a:r>
                    </a:p>
                  </a:txBody>
                  <a:tcPr>
                    <a:lnL>
                      <a:noFill/>
                    </a:lnL>
                    <a:lnR>
                      <a:noFill/>
                    </a:lnR>
                    <a:lnT>
                      <a:noFill/>
                    </a:lnT>
                    <a:lnB>
                      <a:noFill/>
                    </a:lnB>
                    <a:noFill/>
                  </a:tcPr>
                </a:tc>
                <a:tc>
                  <a:txBody>
                    <a:bodyPr/>
                    <a:lstStyle/>
                    <a:p>
                      <a:pPr algn="ctr"/>
                      <a:r>
                        <a:rPr sz="1400">
                          <a:solidFill>
                            <a:srgbClr val="000000"/>
                          </a:solidFill>
                        </a:rPr>
                        <a:t>188</a:t>
                      </a:r>
                    </a:p>
                  </a:txBody>
                  <a:tcPr>
                    <a:lnL>
                      <a:noFill/>
                    </a:lnL>
                    <a:lnR>
                      <a:noFill/>
                    </a:lnR>
                    <a:lnT>
                      <a:noFill/>
                    </a:lnT>
                    <a:lnB>
                      <a:noFill/>
                    </a:lnB>
                    <a:noFill/>
                  </a:tcPr>
                </a:tc>
              </a:tr>
              <a:tr h="320040">
                <a:tc>
                  <a:txBody>
                    <a:bodyPr/>
                    <a:lstStyle/>
                    <a:p>
                      <a:pPr algn="l"/>
                      <a:r>
                        <a:rPr sz="1400">
                          <a:solidFill>
                            <a:srgbClr val="000000"/>
                          </a:solidFill>
                        </a:rPr>
                        <a:t>NPS</a:t>
                      </a:r>
                    </a:p>
                  </a:txBody>
                  <a:tcPr>
                    <a:lnL>
                      <a:noFill/>
                    </a:lnL>
                    <a:lnR>
                      <a:noFill/>
                    </a:lnR>
                    <a:lnT>
                      <a:noFill/>
                    </a:lnT>
                    <a:lnB>
                      <a:noFill/>
                    </a:lnB>
                    <a:noFill/>
                  </a:tcPr>
                </a:tc>
                <a:tc>
                  <a:txBody>
                    <a:bodyPr/>
                    <a:lstStyle/>
                    <a:p>
                      <a:pPr algn="ctr"/>
                      <a:r>
                        <a:rPr sz="1400">
                          <a:solidFill>
                            <a:srgbClr val="000000"/>
                          </a:solidFill>
                        </a:rPr>
                        <a:t>+22</a:t>
                      </a:r>
                    </a:p>
                  </a:txBody>
                  <a:tcPr>
                    <a:lnL>
                      <a:noFill/>
                    </a:lnL>
                    <a:lnR>
                      <a:noFill/>
                    </a:lnR>
                    <a:lnT>
                      <a:noFill/>
                    </a:lnT>
                    <a:lnB>
                      <a:noFill/>
                    </a:lnB>
                    <a:noFill/>
                  </a:tcPr>
                </a:tc>
                <a:tc>
                  <a:txBody>
                    <a:bodyPr/>
                    <a:lstStyle/>
                    <a:p>
                      <a:pPr algn="ctr"/>
                      <a:r>
                        <a:rPr sz="1400">
                          <a:solidFill>
                            <a:srgbClr val="000000"/>
                          </a:solidFill>
                        </a:rPr>
                        <a:t>+11</a:t>
                      </a:r>
                    </a:p>
                  </a:txBody>
                  <a:tcPr>
                    <a:lnL>
                      <a:noFill/>
                    </a:lnL>
                    <a:lnR>
                      <a:noFill/>
                    </a:lnR>
                    <a:lnT>
                      <a:noFill/>
                    </a:lnT>
                    <a:lnB>
                      <a:noFill/>
                    </a:lnB>
                    <a:noFill/>
                  </a:tcPr>
                </a:tc>
                <a:tc>
                  <a:txBody>
                    <a:bodyPr/>
                    <a:lstStyle/>
                    <a:p>
                      <a:pPr algn="ctr"/>
                      <a:r>
                        <a:rPr sz="1400">
                          <a:solidFill>
                            <a:srgbClr val="000000"/>
                          </a:solidFill>
                        </a:rPr>
                        <a:t>-51</a:t>
                      </a:r>
                    </a:p>
                  </a:txBody>
                  <a:tcPr>
                    <a:lnL>
                      <a:noFill/>
                    </a:lnL>
                    <a:lnR>
                      <a:noFill/>
                    </a:lnR>
                    <a:lnT>
                      <a:noFill/>
                    </a:lnT>
                    <a:lnB>
                      <a:noFill/>
                    </a:lnB>
                    <a:noFill/>
                  </a:tcPr>
                </a:tc>
                <a:tc>
                  <a:txBody>
                    <a:bodyPr/>
                    <a:lstStyle/>
                    <a:p>
                      <a:pPr algn="ctr"/>
                      <a:r>
                        <a:rPr sz="1400">
                          <a:solidFill>
                            <a:srgbClr val="000000"/>
                          </a:solidFill>
                        </a:rPr>
                        <a:t>-6</a:t>
                      </a:r>
                    </a:p>
                  </a:txBody>
                  <a:tcPr>
                    <a:lnL>
                      <a:noFill/>
                    </a:lnL>
                    <a:lnR>
                      <a:noFill/>
                    </a:lnR>
                    <a:lnT>
                      <a:noFill/>
                    </a:lnT>
                    <a:lnB>
                      <a:noFill/>
                    </a:lnB>
                    <a:noFill/>
                  </a:tcPr>
                </a:tc>
                <a:tc>
                  <a:txBody>
                    <a:bodyPr/>
                    <a:lstStyle/>
                    <a:p>
                      <a:pPr algn="ctr"/>
                      <a:r>
                        <a:rPr sz="1400">
                          <a:solidFill>
                            <a:srgbClr val="000000"/>
                          </a:solidFill>
                        </a:rPr>
                        <a:t>+32</a:t>
                      </a:r>
                    </a:p>
                  </a:txBody>
                  <a:tcPr>
                    <a:lnL>
                      <a:noFill/>
                    </a:lnL>
                    <a:lnR>
                      <a:noFill/>
                    </a:lnR>
                    <a:lnT>
                      <a:noFill/>
                    </a:lnT>
                    <a:lnB>
                      <a:noFill/>
                    </a:lnB>
                    <a:noFill/>
                  </a:tcPr>
                </a:tc>
                <a:tc>
                  <a:txBody>
                    <a:bodyPr/>
                    <a:lstStyle/>
                    <a:p>
                      <a:pPr algn="ctr"/>
                      <a:r>
                        <a:rPr sz="1400">
                          <a:solidFill>
                            <a:srgbClr val="000000"/>
                          </a:solidFill>
                        </a:rPr>
                        <a:t>+4</a:t>
                      </a:r>
                    </a:p>
                  </a:txBody>
                  <a:tcPr>
                    <a:lnL>
                      <a:noFill/>
                    </a:lnL>
                    <a:lnR>
                      <a:noFill/>
                    </a:lnR>
                    <a:lnT>
                      <a:noFill/>
                    </a:lnT>
                    <a:lnB>
                      <a:noFill/>
                    </a:lnB>
                    <a:noFill/>
                  </a:tcPr>
                </a:tc>
                <a:tc>
                  <a:txBody>
                    <a:bodyPr/>
                    <a:lstStyle/>
                    <a:p>
                      <a:pPr algn="ctr"/>
                      <a:r>
                        <a:rPr sz="1400">
                          <a:solidFill>
                            <a:srgbClr val="000000"/>
                          </a:solidFill>
                        </a:rPr>
                        <a:t>-62</a:t>
                      </a:r>
                    </a:p>
                  </a:txBody>
                  <a:tcPr>
                    <a:lnL>
                      <a:noFill/>
                    </a:lnL>
                    <a:lnR>
                      <a:noFill/>
                    </a:lnR>
                    <a:lnT>
                      <a:noFill/>
                    </a:lnT>
                    <a:lnB>
                      <a:noFill/>
                    </a:lnB>
                    <a:noFill/>
                  </a:tcPr>
                </a:tc>
                <a:tc>
                  <a:txBody>
                    <a:bodyPr/>
                    <a:lstStyle/>
                    <a:p>
                      <a:pPr algn="ctr"/>
                      <a:r>
                        <a:rPr sz="1400">
                          <a:solidFill>
                            <a:srgbClr val="000000"/>
                          </a:solidFill>
                        </a:rPr>
                        <a:t>+17</a:t>
                      </a:r>
                    </a:p>
                  </a:txBody>
                  <a:tcPr>
                    <a:lnL>
                      <a:noFill/>
                    </a:lnL>
                    <a:lnR>
                      <a:noFill/>
                    </a:lnR>
                    <a:lnT>
                      <a:noFill/>
                    </a:lnT>
                    <a:lnB>
                      <a:noFill/>
                    </a:lnB>
                    <a:noFill/>
                  </a:tcPr>
                </a:tc>
              </a:tr>
            </a:tbl>
          </a:graphicData>
        </a:graphic>
      </p:graphicFrame>
      <p:sp>
        <p:nvSpPr>
          <p:cNvPr id="15" name="Footer Placeholder" title=""/>
          <p:cNvSpPr txBox="1">
            <a:spLocks noGrp="1"/>
          </p:cNvSpPr>
          <p:nvPr>
            <p:ph type="ftr" sz="quarter" idx="3"/>
          </p:nvPr>
        </p:nvSpPr>
        <p:spPr/>
        <p:txBody>
          <a:bodyPr vert="horz" lIns="91440" tIns="45720" rIns="91440" bIns="45720" rtlCol="0" anchor="ctr"/>
          <a:lstStyle>
            <a:lvl1pPr algn="ctr">
              <a:defRPr sz="1200">
                <a:solidFill>
                  <a:schemeClr val="tx1">
                    <a:tint val="75000"/>
                  </a:schemeClr>
                </a:solidFill>
              </a:defRPr>
            </a:lvl1pPr>
          </a:lstStyle>
          <a:p>
            <a:r>
              <a:rPr lang="en-US"/>
              <a:t>Confidential - Customer Success Analysis</a:t>
            </a:r>
          </a:p>
        </p:txBody>
      </p:sp>
    </p:spTree>
    <p:extLst>
      <p:ext uri="{BB962C8B-B14F-4D97-AF65-F5344CB8AC3E}">
        <p14:creationId val="2568315499"/>
      </p:ext>
    </p:extLst>
  </p:cSld>
  <p:clrMapOvr>
    <a:masterClrMapping/>
  </p:clrMapOvr>
  <p:transition/>
  <p:timing/>
</p:sld>
</file>

<file path=ppt/tags/tag1.xml><?xml version="1.0" encoding="utf-8"?>
<p:tagLst xmlns:p="http://schemas.openxmlformats.org/presentationml/2006/main">
  <p:tag name="THINKCELLSHAPEDONOTDELETE" val="thinkcellActiveDocDoNotDelete"/>
</p:tagLst>
</file>

<file path=ppt/tags/tag2.xml><?xml version="1.0" encoding="utf-8"?>
<p:tagLst xmlns:p="http://schemas.openxmlformats.org/presentationml/2006/main">
  <p:tag name="MM_SLIDE_TYPE" val="6"/>
</p:tagLst>
</file>

<file path=ppt/tags/tag3.xml><?xml version="1.0" encoding="utf-8"?>
<p:tagLst xmlns:p="http://schemas.openxmlformats.org/presentationml/2006/main">
  <p:tag name="THINKCELLSHAPEDONOTDELETE" val="thinkcellActiveDocDoNotDelete"/>
</p:tagLst>
</file>

<file path=ppt/tags/tag4.xml><?xml version="1.0" encoding="utf-8"?>
<p:tagLst xmlns:p="http://schemas.openxmlformats.org/presentationml/2006/main">
  <p:tag name="THINKCELLSHAPEDONOTDELETE" val="thinkcellActiveDocDoNotDelete"/>
</p:tagLst>
</file>

<file path=ppt/tags/tag5.xml><?xml version="1.0" encoding="utf-8"?>
<p:tagLst xmlns:p="http://schemas.openxmlformats.org/presentationml/2006/main">
  <p:tag name="MM_SLIDE_TYPE" val="6"/>
</p:tagLst>
</file>

<file path=ppt/tags/tag6.xml><?xml version="1.0" encoding="utf-8"?>
<p:tagLst xmlns:p="http://schemas.openxmlformats.org/presentationml/2006/main">
  <p:tag name="THINKCELLSHAPEDONOTDELETE" val="thinkcellActiveDocDoNotDelete"/>
</p:tagLst>
</file>

<file path=ppt/tags/tag7.xml><?xml version="1.0" encoding="utf-8"?>
<p:tagLst xmlns:p="http://schemas.openxmlformats.org/presentationml/2006/main">
  <p:tag name="THINKCELLSHAPEDONOTDELETE" val="thinkcellActiveDocDoNotDelete"/>
</p:tagLst>
</file>

<file path=ppt/tags/tag8.xml><?xml version="1.0" encoding="utf-8"?>
<p:tagLst xmlns:p="http://schemas.openxmlformats.org/presentationml/2006/main">
  <p:tag name="THINKCELLSHAPEDONOTDELETE" val="thinkcellActiveDocDoNotDelete"/>
</p:tagLst>
</file>

<file path=ppt/tags/tag9.xml><?xml version="1.0" encoding="utf-8"?>
<p:tagLst xmlns:p="http://schemas.openxmlformats.org/presentationml/2006/main">
  <p:tag name="THINKCELLSHAPEDONOTDELETE" val="thinkcellActiveDocDoNotDelete"/>
</p:tagLst>
</file>

<file path=ppt/tags/tag10.xml><?xml version="1.0" encoding="utf-8"?>
<p:tagLst xmlns:p="http://schemas.openxmlformats.org/presentationml/2006/main">
  <p:tag name="THINKCELLSHAPEDONOTDELETE" val="thinkcellActiveDocDoNotDelete"/>
</p:tagLst>
</file>

<file path=ppt/tags/tag11.xml><?xml version="1.0" encoding="utf-8"?>
<p:tagLst xmlns:p="http://schemas.openxmlformats.org/presentationml/2006/main">
  <p:tag name="THINKCELLSHAPEDONOTDELETE" val="thinkcellActiveDocDoNotDelete"/>
</p:tagLst>
</file>

<file path=ppt/tags/tag12.xml><?xml version="1.0" encoding="utf-8"?>
<p:tagLst xmlns:p="http://schemas.openxmlformats.org/presentationml/2006/main">
  <p:tag name="THINKCELLSHAPEDONOTDELETE" val="thinkcellActiveDocDoNotDelete"/>
</p:tagLst>
</file>

<file path=ppt/tags/tag13.xml><?xml version="1.0" encoding="utf-8"?>
<p:tagLst xmlns:p="http://schemas.openxmlformats.org/presentationml/2006/main">
  <p:tag name="THINKCELLSHAPEDONOTDELETE" val="thinkcellActiveDocDoNotDelete"/>
</p:tagLst>
</file>

<file path=ppt/tags/tag14.xml><?xml version="1.0" encoding="utf-8"?>
<p:tagLst xmlns:p="http://schemas.openxmlformats.org/presentationml/2006/main">
  <p:tag name="THINKCELLSHAPEDONOTDELETE" val="thinkcellActiveDocDoNotDelete"/>
</p:tagLst>
</file>

<file path=ppt/tags/tag15.xml><?xml version="1.0" encoding="utf-8"?>
<p:tagLst xmlns:p="http://schemas.openxmlformats.org/presentationml/2006/main">
  <p:tag name="THINKCELLSHAPEDONOTDELETE" val="thinkcellActiveDocDoNotDelete"/>
</p:tagLst>
</file>

<file path=ppt/tags/tag16.xml><?xml version="1.0" encoding="utf-8"?>
<p:tagLst xmlns:p="http://schemas.openxmlformats.org/presentationml/2006/main">
  <p:tag name="THINKCELLSHAPEDONOTDELETE" val="thinkcellActiveDocDoNotDelete"/>
</p:tagLst>
</file>

<file path=ppt/tags/tag17.xml><?xml version="1.0" encoding="utf-8"?>
<p:tagLst xmlns:p="http://schemas.openxmlformats.org/presentationml/2006/main">
  <p:tag name="THINKCELLSHAPEDONOTDELETE" val="thinkcellActiveDocDoNotDelete"/>
</p:tagLst>
</file>

<file path=ppt/tags/tag18.xml><?xml version="1.0" encoding="utf-8"?>
<p:tagLst xmlns:p="http://schemas.openxmlformats.org/presentationml/2006/main">
  <p:tag name="THINKCELLSHAPEDONOTDELETE" val="thinkcellActiveDocDoNotDelete"/>
</p:tagLst>
</file>

<file path=ppt/tags/tag19.xml><?xml version="1.0" encoding="utf-8"?>
<p:tagLst xmlns:p="http://schemas.openxmlformats.org/presentationml/2006/main">
  <p:tag name="THINKCELLSHAPEDONOTDELETE" val="thinkcellActiveDocDoNotDelete"/>
</p:tagLst>
</file>

<file path=ppt/tags/tag20.xml><?xml version="1.0" encoding="utf-8"?>
<p:tagLst xmlns:p="http://schemas.openxmlformats.org/presentationml/2006/main">
  <p:tag name="THINKCELLSHAPEDONOTDELETE" val="thinkcellActiveDocDoNotDelete"/>
</p:tagLst>
</file>

<file path=ppt/tags/tag21.xml><?xml version="1.0" encoding="utf-8"?>
<p:tagLst xmlns:p="http://schemas.openxmlformats.org/presentationml/2006/main">
  <p:tag name="AS_NET" val="3.1.32"/>
  <p:tag name="AS_OS" val="Unix 4.4.0.0"/>
  <p:tag name="AS_RELEASE_DATE" val="2026.01.14"/>
  <p:tag name="AS_TITLE" val="Aspose.Slides for Python via .NET"/>
  <p:tag name="AS_VERSION" val="26.1"/>
</p:tagLst>
</file>

<file path=ppt/theme/theme1.xml><?xml version="1.0" encoding="utf-8"?>
<a:theme xmlns:r="http://schemas.openxmlformats.org/officeDocument/2006/relationships"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Arial"/>
        <a:cs typeface="Arial"/>
        <a:font script="Jpan" typeface="ＭＳ%20Ｐゴシック"/>
        <a:font script="Hang" typeface="맑은%20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Arial"/>
        <a:cs typeface="Arial"/>
        <a:font script="Jpan" typeface="ＭＳ%20Ｐゴシック"/>
        <a:font script="Hang" typeface="맑은%20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r="http://schemas.openxmlformats.org/officeDocument/2006/relationships" xmlns:a="http://schemas.openxmlformats.org/drawingml/2006/main" name="Office Theme">
  <a:themeElements>
    <a:clrScheme name="Tempus Theme">
      <a:dk1>
        <a:sysClr val="windowText" lastClr="000000"/>
      </a:dk1>
      <a:lt1>
        <a:sysClr val="window" lastClr="FFFFFF"/>
      </a:lt1>
      <a:dk2>
        <a:srgbClr val="44546A"/>
      </a:dk2>
      <a:lt2>
        <a:srgbClr val="E7E6E6"/>
      </a:lt2>
      <a:accent1>
        <a:srgbClr val="204852"/>
      </a:accent1>
      <a:accent2>
        <a:srgbClr val="0A6F75"/>
      </a:accent2>
      <a:accent3>
        <a:srgbClr val="E2ECED"/>
      </a:accent3>
      <a:accent4>
        <a:srgbClr val="F3D6BC"/>
      </a:accent4>
      <a:accent5>
        <a:srgbClr val="CC0000"/>
      </a:accent5>
      <a:accent6>
        <a:srgbClr val="009900"/>
      </a:accent6>
      <a:hlink>
        <a:srgbClr val="0563C1"/>
      </a:hlink>
      <a:folHlink>
        <a:srgbClr val="954F72"/>
      </a:folHlink>
    </a:clrScheme>
    <a:fontScheme name="Century Gothic">
      <a:majorFont>
        <a:latin typeface="Century Gothic" panose="020f0302020204030204"/>
        <a:ea typeface="Century Gothic" panose="020f0302020204030204"/>
        <a:cs typeface="Arial"/>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Century Gothic" panose="020f0302020204030204"/>
        <a:cs typeface="Arial"/>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Lst>
    <a:ext uri="{05A4C25C-085E-4340-85A3-A5531E510DB2}">
      <thm15:themeFamily xmlns:thm15="http://schemas.microsoft.com/office/thememl/2012/main" name="template_v3" id="{64AAEB95-C4AC-C945-9E54-61FBC3BC3388}" vid="{6D6A8D37-B58F-9048-9993-9BB8599DEA38}"/>
    </a:ext>
  </a:extLst>
</a:theme>
</file>

<file path=docProps/app.xml><?xml version="1.0" encoding="utf-8"?>
<Properties xmlns:vt="http://schemas.openxmlformats.org/officeDocument/2006/docPropsVTypes" xmlns="http://schemas.openxmlformats.org/officeDocument/2006/extended-properties">
  <Company/>
  <PresentationFormat>On-screen Show (4:3)</PresentationFormat>
  <Paragraphs>39</Paragraphs>
  <Slides>7</Slides>
  <Notes>0</Notes>
  <TotalTime>1</TotalTime>
  <HiddenSlides>0</HiddenSlides>
  <MMClips>0</MMClips>
  <ScaleCrop>0</ScaleCrop>
  <HeadingPairs>
    <vt:vector baseType="variant" size="6">
      <vt:variant>
        <vt:lpstr>Fonts Used</vt:lpstr>
      </vt:variant>
      <vt:variant>
        <vt:i4>7</vt:i4>
      </vt:variant>
      <vt:variant>
        <vt:lpstr>Theme</vt:lpstr>
      </vt:variant>
      <vt:variant>
        <vt:i4>1</vt:i4>
      </vt:variant>
      <vt:variant>
        <vt:lpstr>Slide Titles</vt:lpstr>
      </vt:variant>
      <vt:variant>
        <vt:i4>7</vt:i4>
      </vt:variant>
    </vt:vector>
  </HeadingPairs>
  <TitlesOfParts>
    <vt:vector baseType="lpstr" size="15">
      <vt:lpstr>Arial</vt:lpstr>
      <vt:lpstr>Calibri</vt:lpstr>
      <vt:lpstr>Century Gothic</vt:lpstr>
      <vt:lpstr>Poppins SemiBold</vt:lpstr>
      <vt:lpstr>Poppins Regular</vt:lpstr>
      <vt:lpstr>Poppins Bold</vt:lpstr>
      <vt:lpstr>DejaVu Sans</vt:lpstr>
      <vt:lpstr>Office Theme</vt:lpstr>
      <vt:lpstr>Customer Health, Engagement, and Expansion Potential</vt:lpstr>
      <vt:lpstr>Renewal Outlook: Q1-Q3 2025 Renewals</vt:lpstr>
      <vt:lpstr>Renewal Outlook: Q1-Q3 2025 Renewals</vt:lpstr>
      <vt:lpstr>Renewal Outlook: Q1-Q3 2025 Renewals</vt:lpstr>
      <vt:lpstr>Customer Advisory Board: Key Account Contacts</vt:lpstr>
      <vt:lpstr>ZoomInfo Copilot: Customer Awareness &amp; Consideration</vt:lpstr>
      <vt:lpstr>Customer NPS Scores by Company</vt:lpstr>
    </vt:vector>
  </TitlesOfParts>
  <LinksUpToDate>0</LinksUpToDate>
  <SharedDoc>0</SharedDoc>
  <HyperlinksChanged>0</HyperlinksChanged>
  <Application>Aspose.Slides for Python via .NET</Application>
  <AppVersion>26.0100</AppVersion>
</Properties>
</file>

<file path=docProps/core.xml><?xml version="1.0" encoding="utf-8"?>
<cp:coreProperties xmlns:dc="http://purl.org/dc/elements/1.1/" xmlns:dcterms="http://purl.org/dc/terms/" xmlns:dcmitype="http://purl.org/dc/dcmitype/" xmlns:xsi="http://www.w3.org/2001/XMLSchema-instance" xmlns:cp="http://schemas.openxmlformats.org/package/2006/metadata/core-properties">
  <cp:revision>1</cp:revision>
  <cp:lastPrinted>2026-02-12T18:35:01.795</cp:lastPrinted>
  <dcterms:created xsi:type="dcterms:W3CDTF">2026-02-12T18:35:01Z</dcterms:created>
  <dcterms:modified xsi:type="dcterms:W3CDTF">2026-02-12T18:35:30Z</dcterms:modified>
</cp:coreProperties>
</file>